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70" r:id="rId4"/>
    <p:sldId id="263" r:id="rId5"/>
    <p:sldId id="271" r:id="rId6"/>
    <p:sldId id="272" r:id="rId7"/>
    <p:sldId id="265" r:id="rId8"/>
    <p:sldId id="275" r:id="rId9"/>
    <p:sldId id="279" r:id="rId10"/>
    <p:sldId id="280" r:id="rId11"/>
    <p:sldId id="268" r:id="rId12"/>
    <p:sldId id="277" r:id="rId13"/>
    <p:sldId id="278" r:id="rId14"/>
    <p:sldId id="282" r:id="rId15"/>
    <p:sldId id="281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269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BD800"/>
    <a:srgbClr val="F3F1EE"/>
    <a:srgbClr val="FF6F60"/>
    <a:srgbClr val="F2ECE4"/>
    <a:srgbClr val="F2E9E4"/>
    <a:srgbClr val="0067FF"/>
    <a:srgbClr val="FF5240"/>
    <a:srgbClr val="63D8B2"/>
    <a:srgbClr val="FA5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2"/>
    <p:restoredTop sz="94695"/>
  </p:normalViewPr>
  <p:slideViewPr>
    <p:cSldViewPr snapToGrid="0" snapToObjects="1" showGuides="1">
      <p:cViewPr varScale="1">
        <p:scale>
          <a:sx n="85" d="100"/>
          <a:sy n="85" d="100"/>
        </p:scale>
        <p:origin x="130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EHYUN KIM" userId="917a2da12d83d097" providerId="LiveId" clId="{4493D5F9-2714-41DF-9606-F63A7A6BBB04}"/>
    <pc:docChg chg="undo custSel addSld delSld modSld sldOrd">
      <pc:chgData name="CHAEHYUN KIM" userId="917a2da12d83d097" providerId="LiveId" clId="{4493D5F9-2714-41DF-9606-F63A7A6BBB04}" dt="2025-01-23T05:05:14.525" v="16681" actId="20577"/>
      <pc:docMkLst>
        <pc:docMk/>
      </pc:docMkLst>
      <pc:sldChg chg="addSp delSp modSp mod">
        <pc:chgData name="CHAEHYUN KIM" userId="917a2da12d83d097" providerId="LiveId" clId="{4493D5F9-2714-41DF-9606-F63A7A6BBB04}" dt="2025-01-23T03:44:31.917" v="15701" actId="14100"/>
        <pc:sldMkLst>
          <pc:docMk/>
          <pc:sldMk cId="3737478276" sldId="256"/>
        </pc:sldMkLst>
        <pc:spChg chg="mod">
          <ac:chgData name="CHAEHYUN KIM" userId="917a2da12d83d097" providerId="LiveId" clId="{4493D5F9-2714-41DF-9606-F63A7A6BBB04}" dt="2025-01-23T03:44:31.917" v="15701" actId="14100"/>
          <ac:spMkLst>
            <pc:docMk/>
            <pc:sldMk cId="3737478276" sldId="256"/>
            <ac:spMk id="2" creationId="{7633E20E-9F53-6E48-BA75-C5D2E49B52EA}"/>
          </ac:spMkLst>
        </pc:spChg>
        <pc:spChg chg="add mod">
          <ac:chgData name="CHAEHYUN KIM" userId="917a2da12d83d097" providerId="LiveId" clId="{4493D5F9-2714-41DF-9606-F63A7A6BBB04}" dt="2025-01-23T03:44:10.183" v="15695"/>
          <ac:spMkLst>
            <pc:docMk/>
            <pc:sldMk cId="3737478276" sldId="256"/>
            <ac:spMk id="3" creationId="{2090D6D4-0051-8604-96BF-9A39E8225368}"/>
          </ac:spMkLst>
        </pc:spChg>
        <pc:spChg chg="del mod">
          <ac:chgData name="CHAEHYUN KIM" userId="917a2da12d83d097" providerId="LiveId" clId="{4493D5F9-2714-41DF-9606-F63A7A6BBB04}" dt="2025-01-23T03:44:17.160" v="15698" actId="478"/>
          <ac:spMkLst>
            <pc:docMk/>
            <pc:sldMk cId="3737478276" sldId="256"/>
            <ac:spMk id="6" creationId="{695C14D0-5A05-0A41-8C04-E76B30A6A5D7}"/>
          </ac:spMkLst>
        </pc:spChg>
        <pc:spChg chg="del">
          <ac:chgData name="CHAEHYUN KIM" userId="917a2da12d83d097" providerId="LiveId" clId="{4493D5F9-2714-41DF-9606-F63A7A6BBB04}" dt="2025-01-23T03:44:15.758" v="15697" actId="478"/>
          <ac:spMkLst>
            <pc:docMk/>
            <pc:sldMk cId="3737478276" sldId="256"/>
            <ac:spMk id="7" creationId="{D5FFBFE3-DDB7-B943-AE34-A8FD0A51214F}"/>
          </ac:spMkLst>
        </pc:spChg>
        <pc:spChg chg="add mod">
          <ac:chgData name="CHAEHYUN KIM" userId="917a2da12d83d097" providerId="LiveId" clId="{4493D5F9-2714-41DF-9606-F63A7A6BBB04}" dt="2025-01-23T03:44:10.183" v="15695"/>
          <ac:spMkLst>
            <pc:docMk/>
            <pc:sldMk cId="3737478276" sldId="256"/>
            <ac:spMk id="8" creationId="{C006398A-198E-C13F-5C7D-0BC6D343ABAE}"/>
          </ac:spMkLst>
        </pc:spChg>
        <pc:spChg chg="del">
          <ac:chgData name="CHAEHYUN KIM" userId="917a2da12d83d097" providerId="LiveId" clId="{4493D5F9-2714-41DF-9606-F63A7A6BBB04}" dt="2025-01-23T03:43:54.010" v="15694" actId="478"/>
          <ac:spMkLst>
            <pc:docMk/>
            <pc:sldMk cId="3737478276" sldId="256"/>
            <ac:spMk id="10" creationId="{AA59C5F2-8950-0646-AE5C-A0485C5954FC}"/>
          </ac:spMkLst>
        </pc:spChg>
      </pc:sldChg>
      <pc:sldChg chg="modSp mod">
        <pc:chgData name="CHAEHYUN KIM" userId="917a2da12d83d097" providerId="LiveId" clId="{4493D5F9-2714-41DF-9606-F63A7A6BBB04}" dt="2025-01-23T04:59:08.993" v="15740" actId="20577"/>
        <pc:sldMkLst>
          <pc:docMk/>
          <pc:sldMk cId="1335331927" sldId="262"/>
        </pc:sldMkLst>
        <pc:spChg chg="mod">
          <ac:chgData name="CHAEHYUN KIM" userId="917a2da12d83d097" providerId="LiveId" clId="{4493D5F9-2714-41DF-9606-F63A7A6BBB04}" dt="2025-01-23T04:58:28.503" v="15705" actId="20577"/>
          <ac:spMkLst>
            <pc:docMk/>
            <pc:sldMk cId="1335331927" sldId="262"/>
            <ac:spMk id="69" creationId="{F7FDB2C8-6A84-5048-A3F6-508D29A14984}"/>
          </ac:spMkLst>
        </pc:spChg>
        <pc:spChg chg="mod">
          <ac:chgData name="CHAEHYUN KIM" userId="917a2da12d83d097" providerId="LiveId" clId="{4493D5F9-2714-41DF-9606-F63A7A6BBB04}" dt="2025-01-23T04:58:35.072" v="15726" actId="20577"/>
          <ac:spMkLst>
            <pc:docMk/>
            <pc:sldMk cId="1335331927" sldId="262"/>
            <ac:spMk id="70" creationId="{78675963-3A8D-B849-900A-3383DF456BD4}"/>
          </ac:spMkLst>
        </pc:spChg>
        <pc:spChg chg="mod">
          <ac:chgData name="CHAEHYUN KIM" userId="917a2da12d83d097" providerId="LiveId" clId="{4493D5F9-2714-41DF-9606-F63A7A6BBB04}" dt="2025-01-23T04:59:08.993" v="15740" actId="20577"/>
          <ac:spMkLst>
            <pc:docMk/>
            <pc:sldMk cId="1335331927" sldId="262"/>
            <ac:spMk id="73" creationId="{8ACED980-F8B1-0D49-AA9D-DDD50DFF7646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335331927" sldId="262"/>
            <ac:spMk id="74" creationId="{F70EA61B-001A-9848-A39D-BB6F95A329CF}"/>
          </ac:spMkLst>
        </pc:spChg>
        <pc:grpChg chg="mod">
          <ac:chgData name="CHAEHYUN KIM" userId="917a2da12d83d097" providerId="LiveId" clId="{4493D5F9-2714-41DF-9606-F63A7A6BBB04}" dt="2025-01-23T04:58:59.560" v="15738"/>
          <ac:grpSpMkLst>
            <pc:docMk/>
            <pc:sldMk cId="1335331927" sldId="262"/>
            <ac:grpSpMk id="71" creationId="{6C4B19C3-484C-F341-8AF6-F1DA4AB86128}"/>
          </ac:grpSpMkLst>
        </pc:grpChg>
      </pc:sldChg>
      <pc:sldChg chg="addSp delSp modSp mod">
        <pc:chgData name="CHAEHYUN KIM" userId="917a2da12d83d097" providerId="LiveId" clId="{4493D5F9-2714-41DF-9606-F63A7A6BBB04}" dt="2025-01-22T16:45:35.160" v="1111" actId="478"/>
        <pc:sldMkLst>
          <pc:docMk/>
          <pc:sldMk cId="2628643197" sldId="263"/>
        </pc:sldMkLst>
        <pc:spChg chg="del">
          <ac:chgData name="CHAEHYUN KIM" userId="917a2da12d83d097" providerId="LiveId" clId="{4493D5F9-2714-41DF-9606-F63A7A6BBB04}" dt="2025-01-22T16:45:35.160" v="1111" actId="478"/>
          <ac:spMkLst>
            <pc:docMk/>
            <pc:sldMk cId="2628643197" sldId="263"/>
            <ac:spMk id="11" creationId="{A8A4B538-BCD4-F14D-A5E7-5CA677199DC3}"/>
          </ac:spMkLst>
        </pc:spChg>
        <pc:spChg chg="mod">
          <ac:chgData name="CHAEHYUN KIM" userId="917a2da12d83d097" providerId="LiveId" clId="{4493D5F9-2714-41DF-9606-F63A7A6BBB04}" dt="2025-01-22T16:32:59.794" v="231" actId="6549"/>
          <ac:spMkLst>
            <pc:docMk/>
            <pc:sldMk cId="2628643197" sldId="263"/>
            <ac:spMk id="16" creationId="{E018CB08-7064-7769-D3F9-0AFB368B3E0C}"/>
          </ac:spMkLst>
        </pc:spChg>
        <pc:spChg chg="mod">
          <ac:chgData name="CHAEHYUN KIM" userId="917a2da12d83d097" providerId="LiveId" clId="{4493D5F9-2714-41DF-9606-F63A7A6BBB04}" dt="2025-01-22T16:28:19.343" v="1" actId="113"/>
          <ac:spMkLst>
            <pc:docMk/>
            <pc:sldMk cId="2628643197" sldId="263"/>
            <ac:spMk id="18" creationId="{4FBE8BA8-EE40-6617-A58B-A5EAF724EB2D}"/>
          </ac:spMkLst>
        </pc:spChg>
        <pc:spChg chg="add del">
          <ac:chgData name="CHAEHYUN KIM" userId="917a2da12d83d097" providerId="LiveId" clId="{4493D5F9-2714-41DF-9606-F63A7A6BBB04}" dt="2025-01-22T16:34:15.163" v="240" actId="478"/>
          <ac:spMkLst>
            <pc:docMk/>
            <pc:sldMk cId="2628643197" sldId="263"/>
            <ac:spMk id="38" creationId="{5C3BC09A-79AD-2706-6B4B-D1E953ADAF03}"/>
          </ac:spMkLst>
        </pc:spChg>
        <pc:cxnChg chg="add del">
          <ac:chgData name="CHAEHYUN KIM" userId="917a2da12d83d097" providerId="LiveId" clId="{4493D5F9-2714-41DF-9606-F63A7A6BBB04}" dt="2025-01-22T16:31:11.694" v="181" actId="11529"/>
          <ac:cxnSpMkLst>
            <pc:docMk/>
            <pc:sldMk cId="2628643197" sldId="263"/>
            <ac:cxnSpMk id="24" creationId="{4DD20990-320F-875F-40E4-D750C81D71B5}"/>
          </ac:cxnSpMkLst>
        </pc:cxnChg>
        <pc:cxnChg chg="add mod">
          <ac:chgData name="CHAEHYUN KIM" userId="917a2da12d83d097" providerId="LiveId" clId="{4493D5F9-2714-41DF-9606-F63A7A6BBB04}" dt="2025-01-22T16:33:28.943" v="238" actId="14100"/>
          <ac:cxnSpMkLst>
            <pc:docMk/>
            <pc:sldMk cId="2628643197" sldId="263"/>
            <ac:cxnSpMk id="26" creationId="{E8ED4719-55DD-5A52-E710-E198884177A8}"/>
          </ac:cxnSpMkLst>
        </pc:cxnChg>
        <pc:cxnChg chg="add del">
          <ac:chgData name="CHAEHYUN KIM" userId="917a2da12d83d097" providerId="LiveId" clId="{4493D5F9-2714-41DF-9606-F63A7A6BBB04}" dt="2025-01-22T16:32:33.588" v="194" actId="11529"/>
          <ac:cxnSpMkLst>
            <pc:docMk/>
            <pc:sldMk cId="2628643197" sldId="263"/>
            <ac:cxnSpMk id="32" creationId="{E783CEC0-FC75-00CF-5D17-A0712954C400}"/>
          </ac:cxnSpMkLst>
        </pc:cxnChg>
        <pc:cxnChg chg="add mod">
          <ac:chgData name="CHAEHYUN KIM" userId="917a2da12d83d097" providerId="LiveId" clId="{4493D5F9-2714-41DF-9606-F63A7A6BBB04}" dt="2025-01-22T16:33:23.083" v="237" actId="1076"/>
          <ac:cxnSpMkLst>
            <pc:docMk/>
            <pc:sldMk cId="2628643197" sldId="263"/>
            <ac:cxnSpMk id="33" creationId="{CC098F93-6E3A-0FE8-F4A8-A3328A1B5C97}"/>
          </ac:cxnSpMkLst>
        </pc:cxnChg>
        <pc:cxnChg chg="add del mod">
          <ac:chgData name="CHAEHYUN KIM" userId="917a2da12d83d097" providerId="LiveId" clId="{4493D5F9-2714-41DF-9606-F63A7A6BBB04}" dt="2025-01-22T16:34:30.585" v="243" actId="478"/>
          <ac:cxnSpMkLst>
            <pc:docMk/>
            <pc:sldMk cId="2628643197" sldId="263"/>
            <ac:cxnSpMk id="40" creationId="{1DCFC5C8-020A-5940-9CA5-D52FE9EAAFB9}"/>
          </ac:cxnSpMkLst>
        </pc:cxnChg>
        <pc:cxnChg chg="add del">
          <ac:chgData name="CHAEHYUN KIM" userId="917a2da12d83d097" providerId="LiveId" clId="{4493D5F9-2714-41DF-9606-F63A7A6BBB04}" dt="2025-01-22T16:34:39.609" v="245" actId="478"/>
          <ac:cxnSpMkLst>
            <pc:docMk/>
            <pc:sldMk cId="2628643197" sldId="263"/>
            <ac:cxnSpMk id="42" creationId="{F9B37850-ECB2-48E4-6ABC-CA720C4F9D17}"/>
          </ac:cxnSpMkLst>
        </pc:cxnChg>
      </pc:sldChg>
      <pc:sldChg chg="del">
        <pc:chgData name="CHAEHYUN KIM" userId="917a2da12d83d097" providerId="LiveId" clId="{4493D5F9-2714-41DF-9606-F63A7A6BBB04}" dt="2025-01-22T17:05:39.699" v="1862" actId="47"/>
        <pc:sldMkLst>
          <pc:docMk/>
          <pc:sldMk cId="856612448" sldId="264"/>
        </pc:sldMkLst>
      </pc:sldChg>
      <pc:sldChg chg="addSp delSp modSp mod">
        <pc:chgData name="CHAEHYUN KIM" userId="917a2da12d83d097" providerId="LiveId" clId="{4493D5F9-2714-41DF-9606-F63A7A6BBB04}" dt="2025-01-22T17:20:41.544" v="2155" actId="478"/>
        <pc:sldMkLst>
          <pc:docMk/>
          <pc:sldMk cId="2509978975" sldId="265"/>
        </pc:sldMkLst>
        <pc:spChg chg="del mod">
          <ac:chgData name="CHAEHYUN KIM" userId="917a2da12d83d097" providerId="LiveId" clId="{4493D5F9-2714-41DF-9606-F63A7A6BBB04}" dt="2025-01-22T17:15:17.305" v="2020"/>
          <ac:spMkLst>
            <pc:docMk/>
            <pc:sldMk cId="2509978975" sldId="265"/>
            <ac:spMk id="4" creationId="{BF32E562-853E-E144-A33C-B56BAA151D27}"/>
          </ac:spMkLst>
        </pc:spChg>
        <pc:spChg chg="mod">
          <ac:chgData name="CHAEHYUN KIM" userId="917a2da12d83d097" providerId="LiveId" clId="{4493D5F9-2714-41DF-9606-F63A7A6BBB04}" dt="2025-01-22T17:12:28.555" v="1918" actId="403"/>
          <ac:spMkLst>
            <pc:docMk/>
            <pc:sldMk cId="2509978975" sldId="265"/>
            <ac:spMk id="5" creationId="{0AAC11FD-D37B-D147-8687-5C1BD6DA8555}"/>
          </ac:spMkLst>
        </pc:spChg>
        <pc:spChg chg="del mod">
          <ac:chgData name="CHAEHYUN KIM" userId="917a2da12d83d097" providerId="LiveId" clId="{4493D5F9-2714-41DF-9606-F63A7A6BBB04}" dt="2025-01-22T17:20:41.544" v="2155" actId="478"/>
          <ac:spMkLst>
            <pc:docMk/>
            <pc:sldMk cId="2509978975" sldId="265"/>
            <ac:spMk id="11" creationId="{A8A4B538-BCD4-F14D-A5E7-5CA677199DC3}"/>
          </ac:spMkLst>
        </pc:spChg>
        <pc:spChg chg="mod">
          <ac:chgData name="CHAEHYUN KIM" userId="917a2da12d83d097" providerId="LiveId" clId="{4493D5F9-2714-41DF-9606-F63A7A6BBB04}" dt="2025-01-22T17:20:38.337" v="2153" actId="20577"/>
          <ac:spMkLst>
            <pc:docMk/>
            <pc:sldMk cId="2509978975" sldId="265"/>
            <ac:spMk id="12" creationId="{6ACDFC97-817C-7843-9E2D-EBC9425426C1}"/>
          </ac:spMkLst>
        </pc:spChg>
        <pc:spChg chg="del">
          <ac:chgData name="CHAEHYUN KIM" userId="917a2da12d83d097" providerId="LiveId" clId="{4493D5F9-2714-41DF-9606-F63A7A6BBB04}" dt="2025-01-22T17:12:36.147" v="1920" actId="478"/>
          <ac:spMkLst>
            <pc:docMk/>
            <pc:sldMk cId="2509978975" sldId="265"/>
            <ac:spMk id="15" creationId="{8F778893-C4CA-9F4F-9F23-46006D2B770F}"/>
          </ac:spMkLst>
        </pc:spChg>
        <pc:spChg chg="mod">
          <ac:chgData name="CHAEHYUN KIM" userId="917a2da12d83d097" providerId="LiveId" clId="{4493D5F9-2714-41DF-9606-F63A7A6BBB04}" dt="2025-01-22T17:10:51.955" v="1898" actId="207"/>
          <ac:spMkLst>
            <pc:docMk/>
            <pc:sldMk cId="2509978975" sldId="265"/>
            <ac:spMk id="16" creationId="{77A72548-BD39-9E49-9E00-4ECDCCCF4F87}"/>
          </ac:spMkLst>
        </pc:spChg>
        <pc:spChg chg="add del">
          <ac:chgData name="CHAEHYUN KIM" userId="917a2da12d83d097" providerId="LiveId" clId="{4493D5F9-2714-41DF-9606-F63A7A6BBB04}" dt="2025-01-22T17:10:51.150" v="1897" actId="478"/>
          <ac:spMkLst>
            <pc:docMk/>
            <pc:sldMk cId="2509978975" sldId="265"/>
            <ac:spMk id="17" creationId="{215FA6F3-1450-E64D-B73D-A842305F8E87}"/>
          </ac:spMkLst>
        </pc:spChg>
        <pc:spChg chg="del">
          <ac:chgData name="CHAEHYUN KIM" userId="917a2da12d83d097" providerId="LiveId" clId="{4493D5F9-2714-41DF-9606-F63A7A6BBB04}" dt="2025-01-22T17:13:08.439" v="1927" actId="478"/>
          <ac:spMkLst>
            <pc:docMk/>
            <pc:sldMk cId="2509978975" sldId="265"/>
            <ac:spMk id="19" creationId="{17DA496F-62F2-A14E-87DB-7A347E7721AD}"/>
          </ac:spMkLst>
        </pc:spChg>
        <pc:spChg chg="mod">
          <ac:chgData name="CHAEHYUN KIM" userId="917a2da12d83d097" providerId="LiveId" clId="{4493D5F9-2714-41DF-9606-F63A7A6BBB04}" dt="2025-01-22T17:09:54.287" v="1888" actId="1076"/>
          <ac:spMkLst>
            <pc:docMk/>
            <pc:sldMk cId="2509978975" sldId="265"/>
            <ac:spMk id="20" creationId="{740952AB-2B12-8046-A03D-736CA7A3D747}"/>
          </ac:spMkLst>
        </pc:spChg>
        <pc:spChg chg="del">
          <ac:chgData name="CHAEHYUN KIM" userId="917a2da12d83d097" providerId="LiveId" clId="{4493D5F9-2714-41DF-9606-F63A7A6BBB04}" dt="2025-01-22T17:11:23.652" v="1906" actId="478"/>
          <ac:spMkLst>
            <pc:docMk/>
            <pc:sldMk cId="2509978975" sldId="265"/>
            <ac:spMk id="22" creationId="{6FABAC0A-46E5-AD42-AF86-41206A789C25}"/>
          </ac:spMkLst>
        </pc:spChg>
        <pc:spChg chg="del">
          <ac:chgData name="CHAEHYUN KIM" userId="917a2da12d83d097" providerId="LiveId" clId="{4493D5F9-2714-41DF-9606-F63A7A6BBB04}" dt="2025-01-22T17:09:50.355" v="1886" actId="478"/>
          <ac:spMkLst>
            <pc:docMk/>
            <pc:sldMk cId="2509978975" sldId="265"/>
            <ac:spMk id="23" creationId="{5A3260FD-B0B1-FA4C-9A15-A9447BE3E6C3}"/>
          </ac:spMkLst>
        </pc:spChg>
        <pc:spChg chg="add mod">
          <ac:chgData name="CHAEHYUN KIM" userId="917a2da12d83d097" providerId="LiveId" clId="{4493D5F9-2714-41DF-9606-F63A7A6BBB04}" dt="2025-01-22T17:15:45.504" v="2077" actId="164"/>
          <ac:spMkLst>
            <pc:docMk/>
            <pc:sldMk cId="2509978975" sldId="265"/>
            <ac:spMk id="24" creationId="{86988D89-C3E3-B79A-0570-C4998D15132F}"/>
          </ac:spMkLst>
        </pc:spChg>
        <pc:spChg chg="add mod">
          <ac:chgData name="CHAEHYUN KIM" userId="917a2da12d83d097" providerId="LiveId" clId="{4493D5F9-2714-41DF-9606-F63A7A6BBB04}" dt="2025-01-22T17:15:45.504" v="2077" actId="164"/>
          <ac:spMkLst>
            <pc:docMk/>
            <pc:sldMk cId="2509978975" sldId="265"/>
            <ac:spMk id="25" creationId="{2FC9A929-5F7B-C96E-F446-AA8553135975}"/>
          </ac:spMkLst>
        </pc:spChg>
        <pc:spChg chg="add mod">
          <ac:chgData name="CHAEHYUN KIM" userId="917a2da12d83d097" providerId="LiveId" clId="{4493D5F9-2714-41DF-9606-F63A7A6BBB04}" dt="2025-01-22T17:14:11.808" v="1939"/>
          <ac:spMkLst>
            <pc:docMk/>
            <pc:sldMk cId="2509978975" sldId="265"/>
            <ac:spMk id="26" creationId="{5DCFF0B8-CF56-F48D-C421-BF3E235909A0}"/>
          </ac:spMkLst>
        </pc:spChg>
        <pc:spChg chg="add del">
          <ac:chgData name="CHAEHYUN KIM" userId="917a2da12d83d097" providerId="LiveId" clId="{4493D5F9-2714-41DF-9606-F63A7A6BBB04}" dt="2025-01-22T17:14:23.855" v="1947" actId="478"/>
          <ac:spMkLst>
            <pc:docMk/>
            <pc:sldMk cId="2509978975" sldId="265"/>
            <ac:spMk id="27" creationId="{29EB97E9-25E9-B24B-B8E9-11AAE5F33A42}"/>
          </ac:spMkLst>
        </pc:spChg>
        <pc:spChg chg="del">
          <ac:chgData name="CHAEHYUN KIM" userId="917a2da12d83d097" providerId="LiveId" clId="{4493D5F9-2714-41DF-9606-F63A7A6BBB04}" dt="2025-01-22T17:13:37.315" v="1930" actId="478"/>
          <ac:spMkLst>
            <pc:docMk/>
            <pc:sldMk cId="2509978975" sldId="265"/>
            <ac:spMk id="28" creationId="{C807FAEC-8470-A34C-8A04-479ABE775761}"/>
          </ac:spMkLst>
        </pc:spChg>
        <pc:spChg chg="del mod">
          <ac:chgData name="CHAEHYUN KIM" userId="917a2da12d83d097" providerId="LiveId" clId="{4493D5F9-2714-41DF-9606-F63A7A6BBB04}" dt="2025-01-22T17:13:38.885" v="1932" actId="478"/>
          <ac:spMkLst>
            <pc:docMk/>
            <pc:sldMk cId="2509978975" sldId="265"/>
            <ac:spMk id="29" creationId="{6C929E24-7DD5-0D41-A044-9D1FD6E6B31C}"/>
          </ac:spMkLst>
        </pc:spChg>
        <pc:spChg chg="add mod">
          <ac:chgData name="CHAEHYUN KIM" userId="917a2da12d83d097" providerId="LiveId" clId="{4493D5F9-2714-41DF-9606-F63A7A6BBB04}" dt="2025-01-22T17:14:24.914" v="1948"/>
          <ac:spMkLst>
            <pc:docMk/>
            <pc:sldMk cId="2509978975" sldId="265"/>
            <ac:spMk id="31" creationId="{BE93F1C5-FBB1-E506-9340-98058DAC69E6}"/>
          </ac:spMkLst>
        </pc:spChg>
        <pc:grpChg chg="mod">
          <ac:chgData name="CHAEHYUN KIM" userId="917a2da12d83d097" providerId="LiveId" clId="{4493D5F9-2714-41DF-9606-F63A7A6BBB04}" dt="2025-01-22T17:15:45.504" v="2077" actId="164"/>
          <ac:grpSpMkLst>
            <pc:docMk/>
            <pc:sldMk cId="2509978975" sldId="265"/>
            <ac:grpSpMk id="7" creationId="{77541B24-E1D5-8A44-BB54-D82579272C4F}"/>
          </ac:grpSpMkLst>
        </pc:grpChg>
        <pc:grpChg chg="del">
          <ac:chgData name="CHAEHYUN KIM" userId="917a2da12d83d097" providerId="LiveId" clId="{4493D5F9-2714-41DF-9606-F63A7A6BBB04}" dt="2025-01-22T17:13:08.439" v="1927" actId="478"/>
          <ac:grpSpMkLst>
            <pc:docMk/>
            <pc:sldMk cId="2509978975" sldId="265"/>
            <ac:grpSpMk id="18" creationId="{FE50A089-93A3-F240-BF67-0E5A8C9EA966}"/>
          </ac:grpSpMkLst>
        </pc:grpChg>
        <pc:grpChg chg="add mod">
          <ac:chgData name="CHAEHYUN KIM" userId="917a2da12d83d097" providerId="LiveId" clId="{4493D5F9-2714-41DF-9606-F63A7A6BBB04}" dt="2025-01-22T17:15:47.988" v="2078" actId="1076"/>
          <ac:grpSpMkLst>
            <pc:docMk/>
            <pc:sldMk cId="2509978975" sldId="265"/>
            <ac:grpSpMk id="33" creationId="{DBF2E3D0-FF08-8B0D-6DDF-CF986C7766D3}"/>
          </ac:grpSpMkLst>
        </pc:grpChg>
        <pc:picChg chg="add del mod">
          <ac:chgData name="CHAEHYUN KIM" userId="917a2da12d83d097" providerId="LiveId" clId="{4493D5F9-2714-41DF-9606-F63A7A6BBB04}" dt="2025-01-22T17:06:49.825" v="1873" actId="21"/>
          <ac:picMkLst>
            <pc:docMk/>
            <pc:sldMk cId="2509978975" sldId="265"/>
            <ac:picMk id="6" creationId="{51AC5FBD-02C0-6094-2C3E-D5A674A1756F}"/>
          </ac:picMkLst>
        </pc:picChg>
        <pc:picChg chg="add del mod modCrop">
          <ac:chgData name="CHAEHYUN KIM" userId="917a2da12d83d097" providerId="LiveId" clId="{4493D5F9-2714-41DF-9606-F63A7A6BBB04}" dt="2025-01-22T17:09:44.441" v="1885" actId="478"/>
          <ac:picMkLst>
            <pc:docMk/>
            <pc:sldMk cId="2509978975" sldId="265"/>
            <ac:picMk id="8" creationId="{51AC5FBD-02C0-6094-2C3E-D5A674A1756F}"/>
          </ac:picMkLst>
        </pc:picChg>
        <pc:picChg chg="add mod modCrop">
          <ac:chgData name="CHAEHYUN KIM" userId="917a2da12d83d097" providerId="LiveId" clId="{4493D5F9-2714-41DF-9606-F63A7A6BBB04}" dt="2025-01-22T17:15:45.504" v="2077" actId="164"/>
          <ac:picMkLst>
            <pc:docMk/>
            <pc:sldMk cId="2509978975" sldId="265"/>
            <ac:picMk id="9" creationId="{3DA16ED0-3E6E-8907-7D80-C3FE92009B9A}"/>
          </ac:picMkLst>
        </pc:picChg>
        <pc:picChg chg="add mod modCrop">
          <ac:chgData name="CHAEHYUN KIM" userId="917a2da12d83d097" providerId="LiveId" clId="{4493D5F9-2714-41DF-9606-F63A7A6BBB04}" dt="2025-01-22T17:15:45.504" v="2077" actId="164"/>
          <ac:picMkLst>
            <pc:docMk/>
            <pc:sldMk cId="2509978975" sldId="265"/>
            <ac:picMk id="14" creationId="{88AE89DE-7931-C3EE-127C-3D7DCD1ACE6C}"/>
          </ac:picMkLst>
        </pc:picChg>
        <pc:cxnChg chg="del mod">
          <ac:chgData name="CHAEHYUN KIM" userId="917a2da12d83d097" providerId="LiveId" clId="{4493D5F9-2714-41DF-9606-F63A7A6BBB04}" dt="2025-01-22T17:14:22.744" v="1946" actId="478"/>
          <ac:cxnSpMkLst>
            <pc:docMk/>
            <pc:sldMk cId="2509978975" sldId="265"/>
            <ac:cxnSpMk id="10" creationId="{604BA9E0-D926-F249-855E-1AFE9A84CD98}"/>
          </ac:cxnSpMkLst>
        </pc:cxnChg>
        <pc:cxnChg chg="add del mod">
          <ac:chgData name="CHAEHYUN KIM" userId="917a2da12d83d097" providerId="LiveId" clId="{4493D5F9-2714-41DF-9606-F63A7A6BBB04}" dt="2025-01-22T17:14:18.175" v="1944" actId="1076"/>
          <ac:cxnSpMkLst>
            <pc:docMk/>
            <pc:sldMk cId="2509978975" sldId="265"/>
            <ac:cxnSpMk id="30" creationId="{9846F5EE-790D-4939-42E8-155C84B667A5}"/>
          </ac:cxnSpMkLst>
        </pc:cxnChg>
        <pc:cxnChg chg="add mod">
          <ac:chgData name="CHAEHYUN KIM" userId="917a2da12d83d097" providerId="LiveId" clId="{4493D5F9-2714-41DF-9606-F63A7A6BBB04}" dt="2025-01-22T17:14:24.914" v="1948"/>
          <ac:cxnSpMkLst>
            <pc:docMk/>
            <pc:sldMk cId="2509978975" sldId="265"/>
            <ac:cxnSpMk id="32" creationId="{EFFB505B-F8B5-5BDD-1C2D-AA85120DE5DA}"/>
          </ac:cxnSpMkLst>
        </pc:cxnChg>
      </pc:sldChg>
      <pc:sldChg chg="delSp modSp del mod">
        <pc:chgData name="CHAEHYUN KIM" userId="917a2da12d83d097" providerId="LiveId" clId="{4493D5F9-2714-41DF-9606-F63A7A6BBB04}" dt="2025-01-23T03:42:41.174" v="15658" actId="47"/>
        <pc:sldMkLst>
          <pc:docMk/>
          <pc:sldMk cId="2526677231" sldId="266"/>
        </pc:sldMkLst>
        <pc:spChg chg="mod">
          <ac:chgData name="CHAEHYUN KIM" userId="917a2da12d83d097" providerId="LiveId" clId="{4493D5F9-2714-41DF-9606-F63A7A6BBB04}" dt="2025-01-23T03:42:32.330" v="15656" actId="1076"/>
          <ac:spMkLst>
            <pc:docMk/>
            <pc:sldMk cId="2526677231" sldId="266"/>
            <ac:spMk id="4" creationId="{BF32E562-853E-E144-A33C-B56BAA151D27}"/>
          </ac:spMkLst>
        </pc:spChg>
        <pc:spChg chg="del mod">
          <ac:chgData name="CHAEHYUN KIM" userId="917a2da12d83d097" providerId="LiveId" clId="{4493D5F9-2714-41DF-9606-F63A7A6BBB04}" dt="2025-01-23T03:42:11.806" v="15632" actId="478"/>
          <ac:spMkLst>
            <pc:docMk/>
            <pc:sldMk cId="2526677231" sldId="266"/>
            <ac:spMk id="11" creationId="{A8A4B538-BCD4-F14D-A5E7-5CA677199DC3}"/>
          </ac:spMkLst>
        </pc:spChg>
        <pc:spChg chg="del mod">
          <ac:chgData name="CHAEHYUN KIM" userId="917a2da12d83d097" providerId="LiveId" clId="{4493D5F9-2714-41DF-9606-F63A7A6BBB04}" dt="2025-01-23T03:42:19.289" v="15637" actId="478"/>
          <ac:spMkLst>
            <pc:docMk/>
            <pc:sldMk cId="2526677231" sldId="266"/>
            <ac:spMk id="12" creationId="{6ACDFC97-817C-7843-9E2D-EBC9425426C1}"/>
          </ac:spMkLst>
        </pc:spChg>
        <pc:grpChg chg="del">
          <ac:chgData name="CHAEHYUN KIM" userId="917a2da12d83d097" providerId="LiveId" clId="{4493D5F9-2714-41DF-9606-F63A7A6BBB04}" dt="2025-01-23T03:42:05.969" v="15628" actId="478"/>
          <ac:grpSpMkLst>
            <pc:docMk/>
            <pc:sldMk cId="2526677231" sldId="266"/>
            <ac:grpSpMk id="7" creationId="{E314D9D8-6B13-B14D-8921-C07DE3CDB88E}"/>
          </ac:grpSpMkLst>
        </pc:grpChg>
      </pc:sldChg>
      <pc:sldChg chg="del">
        <pc:chgData name="CHAEHYUN KIM" userId="917a2da12d83d097" providerId="LiveId" clId="{4493D5F9-2714-41DF-9606-F63A7A6BBB04}" dt="2025-01-23T03:42:36.683" v="15657" actId="47"/>
        <pc:sldMkLst>
          <pc:docMk/>
          <pc:sldMk cId="285580524" sldId="267"/>
        </pc:sldMkLst>
      </pc:sldChg>
      <pc:sldChg chg="addSp delSp modSp mod">
        <pc:chgData name="CHAEHYUN KIM" userId="917a2da12d83d097" providerId="LiveId" clId="{4493D5F9-2714-41DF-9606-F63A7A6BBB04}" dt="2025-01-23T00:29:02.295" v="3065" actId="167"/>
        <pc:sldMkLst>
          <pc:docMk/>
          <pc:sldMk cId="3143806822" sldId="268"/>
        </pc:sldMkLst>
        <pc:spChg chg="add del mod">
          <ac:chgData name="CHAEHYUN KIM" userId="917a2da12d83d097" providerId="LiveId" clId="{4493D5F9-2714-41DF-9606-F63A7A6BBB04}" dt="2025-01-23T00:26:00.219" v="2960" actId="478"/>
          <ac:spMkLst>
            <pc:docMk/>
            <pc:sldMk cId="3143806822" sldId="268"/>
            <ac:spMk id="2" creationId="{7633E20E-9F53-6E48-BA75-C5D2E49B52EA}"/>
          </ac:spMkLst>
        </pc:spChg>
        <pc:spChg chg="add mod">
          <ac:chgData name="CHAEHYUN KIM" userId="917a2da12d83d097" providerId="LiveId" clId="{4493D5F9-2714-41DF-9606-F63A7A6BBB04}" dt="2025-01-23T00:07:27.178" v="2229" actId="20577"/>
          <ac:spMkLst>
            <pc:docMk/>
            <pc:sldMk cId="3143806822" sldId="268"/>
            <ac:spMk id="3" creationId="{922DE657-80EB-6C89-272E-4A70416C3357}"/>
          </ac:spMkLst>
        </pc:spChg>
        <pc:spChg chg="del">
          <ac:chgData name="CHAEHYUN KIM" userId="917a2da12d83d097" providerId="LiveId" clId="{4493D5F9-2714-41DF-9606-F63A7A6BBB04}" dt="2025-01-23T00:06:45.412" v="2199" actId="478"/>
          <ac:spMkLst>
            <pc:docMk/>
            <pc:sldMk cId="3143806822" sldId="268"/>
            <ac:spMk id="4" creationId="{BF32E562-853E-E144-A33C-B56BAA151D27}"/>
          </ac:spMkLst>
        </pc:spChg>
        <pc:spChg chg="del topLvl">
          <ac:chgData name="CHAEHYUN KIM" userId="917a2da12d83d097" providerId="LiveId" clId="{4493D5F9-2714-41DF-9606-F63A7A6BBB04}" dt="2025-01-23T00:08:35.042" v="2233" actId="478"/>
          <ac:spMkLst>
            <pc:docMk/>
            <pc:sldMk cId="3143806822" sldId="268"/>
            <ac:spMk id="6" creationId="{98EE01F5-5516-BC47-910B-49A9546E4CB8}"/>
          </ac:spMkLst>
        </pc:spChg>
        <pc:spChg chg="add mod">
          <ac:chgData name="CHAEHYUN KIM" userId="917a2da12d83d097" providerId="LiveId" clId="{4493D5F9-2714-41DF-9606-F63A7A6BBB04}" dt="2025-01-23T00:11:17.227" v="2370" actId="20577"/>
          <ac:spMkLst>
            <pc:docMk/>
            <pc:sldMk cId="3143806822" sldId="268"/>
            <ac:spMk id="9" creationId="{79CDD118-28B7-28D9-3B74-2FAEAFD59012}"/>
          </ac:spMkLst>
        </pc:spChg>
        <pc:spChg chg="del mod">
          <ac:chgData name="CHAEHYUN KIM" userId="917a2da12d83d097" providerId="LiveId" clId="{4493D5F9-2714-41DF-9606-F63A7A6BBB04}" dt="2025-01-23T00:11:07.287" v="2355" actId="478"/>
          <ac:spMkLst>
            <pc:docMk/>
            <pc:sldMk cId="3143806822" sldId="268"/>
            <ac:spMk id="11" creationId="{A8A4B538-BCD4-F14D-A5E7-5CA677199DC3}"/>
          </ac:spMkLst>
        </pc:spChg>
        <pc:spChg chg="mod">
          <ac:chgData name="CHAEHYUN KIM" userId="917a2da12d83d097" providerId="LiveId" clId="{4493D5F9-2714-41DF-9606-F63A7A6BBB04}" dt="2025-01-23T00:10:58.176" v="2351" actId="20577"/>
          <ac:spMkLst>
            <pc:docMk/>
            <pc:sldMk cId="3143806822" sldId="268"/>
            <ac:spMk id="12" creationId="{6ACDFC97-817C-7843-9E2D-EBC9425426C1}"/>
          </ac:spMkLst>
        </pc:spChg>
        <pc:spChg chg="add del mod">
          <ac:chgData name="CHAEHYUN KIM" userId="917a2da12d83d097" providerId="LiveId" clId="{4493D5F9-2714-41DF-9606-F63A7A6BBB04}" dt="2025-01-23T00:22:44.450" v="2513" actId="478"/>
          <ac:spMkLst>
            <pc:docMk/>
            <pc:sldMk cId="3143806822" sldId="268"/>
            <ac:spMk id="19" creationId="{68FA86EF-3F50-3E24-34E7-1E759FC77484}"/>
          </ac:spMkLst>
        </pc:spChg>
        <pc:spChg chg="add del mod">
          <ac:chgData name="CHAEHYUN KIM" userId="917a2da12d83d097" providerId="LiveId" clId="{4493D5F9-2714-41DF-9606-F63A7A6BBB04}" dt="2025-01-23T00:22:47.074" v="2514" actId="478"/>
          <ac:spMkLst>
            <pc:docMk/>
            <pc:sldMk cId="3143806822" sldId="268"/>
            <ac:spMk id="20" creationId="{BE41DBD1-3DA7-9BD6-7406-0A130F2E575C}"/>
          </ac:spMkLst>
        </pc:spChg>
        <pc:spChg chg="add del mod">
          <ac:chgData name="CHAEHYUN KIM" userId="917a2da12d83d097" providerId="LiveId" clId="{4493D5F9-2714-41DF-9606-F63A7A6BBB04}" dt="2025-01-23T00:22:49.986" v="2515" actId="478"/>
          <ac:spMkLst>
            <pc:docMk/>
            <pc:sldMk cId="3143806822" sldId="268"/>
            <ac:spMk id="21" creationId="{747660C8-7675-6B21-D068-FF510736B97D}"/>
          </ac:spMkLst>
        </pc:spChg>
        <pc:spChg chg="add mod ord">
          <ac:chgData name="CHAEHYUN KIM" userId="917a2da12d83d097" providerId="LiveId" clId="{4493D5F9-2714-41DF-9606-F63A7A6BBB04}" dt="2025-01-23T00:29:02.295" v="3065" actId="167"/>
          <ac:spMkLst>
            <pc:docMk/>
            <pc:sldMk cId="3143806822" sldId="268"/>
            <ac:spMk id="22" creationId="{F65AF344-63A0-2666-B1CB-EBA817BAC448}"/>
          </ac:spMkLst>
        </pc:spChg>
        <pc:spChg chg="mod">
          <ac:chgData name="CHAEHYUN KIM" userId="917a2da12d83d097" providerId="LiveId" clId="{4493D5F9-2714-41DF-9606-F63A7A6BBB04}" dt="2025-01-23T00:23:10.478" v="2556" actId="113"/>
          <ac:spMkLst>
            <pc:docMk/>
            <pc:sldMk cId="3143806822" sldId="268"/>
            <ac:spMk id="24" creationId="{EBA60F4D-AB31-B34D-96E9-E282E245D83C}"/>
          </ac:spMkLst>
        </pc:spChg>
        <pc:spChg chg="mod">
          <ac:chgData name="CHAEHYUN KIM" userId="917a2da12d83d097" providerId="LiveId" clId="{4493D5F9-2714-41DF-9606-F63A7A6BBB04}" dt="2025-01-23T00:23:33.221" v="2652" actId="20577"/>
          <ac:spMkLst>
            <pc:docMk/>
            <pc:sldMk cId="3143806822" sldId="268"/>
            <ac:spMk id="25" creationId="{D1212DAC-BA52-ED47-9289-A23332058AE1}"/>
          </ac:spMkLst>
        </pc:spChg>
        <pc:spChg chg="del">
          <ac:chgData name="CHAEHYUN KIM" userId="917a2da12d83d097" providerId="LiveId" clId="{4493D5F9-2714-41DF-9606-F63A7A6BBB04}" dt="2025-01-23T00:06:54.901" v="2200" actId="478"/>
          <ac:spMkLst>
            <pc:docMk/>
            <pc:sldMk cId="3143806822" sldId="268"/>
            <ac:spMk id="27" creationId="{29EB97E9-25E9-B24B-B8E9-11AAE5F33A42}"/>
          </ac:spMkLst>
        </pc:spChg>
        <pc:spChg chg="del">
          <ac:chgData name="CHAEHYUN KIM" userId="917a2da12d83d097" providerId="LiveId" clId="{4493D5F9-2714-41DF-9606-F63A7A6BBB04}" dt="2025-01-23T00:06:57.897" v="2201" actId="478"/>
          <ac:spMkLst>
            <pc:docMk/>
            <pc:sldMk cId="3143806822" sldId="268"/>
            <ac:spMk id="28" creationId="{C807FAEC-8470-A34C-8A04-479ABE775761}"/>
          </ac:spMkLst>
        </pc:spChg>
        <pc:spChg chg="del mod">
          <ac:chgData name="CHAEHYUN KIM" userId="917a2da12d83d097" providerId="LiveId" clId="{4493D5F9-2714-41DF-9606-F63A7A6BBB04}" dt="2025-01-23T00:07:01.514" v="2203" actId="478"/>
          <ac:spMkLst>
            <pc:docMk/>
            <pc:sldMk cId="3143806822" sldId="268"/>
            <ac:spMk id="29" creationId="{6C929E24-7DD5-0D41-A044-9D1FD6E6B31C}"/>
          </ac:spMkLst>
        </pc:spChg>
        <pc:spChg chg="del topLvl">
          <ac:chgData name="CHAEHYUN KIM" userId="917a2da12d83d097" providerId="LiveId" clId="{4493D5F9-2714-41DF-9606-F63A7A6BBB04}" dt="2025-01-23T00:08:38.677" v="2234" actId="478"/>
          <ac:spMkLst>
            <pc:docMk/>
            <pc:sldMk cId="3143806822" sldId="268"/>
            <ac:spMk id="67" creationId="{E7B0DBDB-0F6A-7D45-AD44-15C873786A81}"/>
          </ac:spMkLst>
        </pc:spChg>
        <pc:spChg chg="mod">
          <ac:chgData name="CHAEHYUN KIM" userId="917a2da12d83d097" providerId="LiveId" clId="{4493D5F9-2714-41DF-9606-F63A7A6BBB04}" dt="2025-01-23T00:23:39.147" v="2671" actId="113"/>
          <ac:spMkLst>
            <pc:docMk/>
            <pc:sldMk cId="3143806822" sldId="268"/>
            <ac:spMk id="68" creationId="{1AF772D6-71D9-2B40-B019-AD709E6FB651}"/>
          </ac:spMkLst>
        </pc:spChg>
        <pc:spChg chg="mod">
          <ac:chgData name="CHAEHYUN KIM" userId="917a2da12d83d097" providerId="LiveId" clId="{4493D5F9-2714-41DF-9606-F63A7A6BBB04}" dt="2025-01-23T00:24:16.438" v="2833" actId="20577"/>
          <ac:spMkLst>
            <pc:docMk/>
            <pc:sldMk cId="3143806822" sldId="268"/>
            <ac:spMk id="69" creationId="{0BE76158-78E0-FD4C-9381-117D0BA9316A}"/>
          </ac:spMkLst>
        </pc:spChg>
        <pc:spChg chg="del mod topLvl">
          <ac:chgData name="CHAEHYUN KIM" userId="917a2da12d83d097" providerId="LiveId" clId="{4493D5F9-2714-41DF-9606-F63A7A6BBB04}" dt="2025-01-23T00:08:43.013" v="2237" actId="478"/>
          <ac:spMkLst>
            <pc:docMk/>
            <pc:sldMk cId="3143806822" sldId="268"/>
            <ac:spMk id="72" creationId="{39C3B8CF-F297-ED47-8E50-FA2B4C1D7CD0}"/>
          </ac:spMkLst>
        </pc:spChg>
        <pc:spChg chg="mod">
          <ac:chgData name="CHAEHYUN KIM" userId="917a2da12d83d097" providerId="LiveId" clId="{4493D5F9-2714-41DF-9606-F63A7A6BBB04}" dt="2025-01-23T00:24:39.186" v="2856" actId="20577"/>
          <ac:spMkLst>
            <pc:docMk/>
            <pc:sldMk cId="3143806822" sldId="268"/>
            <ac:spMk id="73" creationId="{1396F767-6198-EC43-A620-25CB9B3C5C4B}"/>
          </ac:spMkLst>
        </pc:spChg>
        <pc:spChg chg="mod">
          <ac:chgData name="CHAEHYUN KIM" userId="917a2da12d83d097" providerId="LiveId" clId="{4493D5F9-2714-41DF-9606-F63A7A6BBB04}" dt="2025-01-23T00:25:01.720" v="2957" actId="20577"/>
          <ac:spMkLst>
            <pc:docMk/>
            <pc:sldMk cId="3143806822" sldId="268"/>
            <ac:spMk id="74" creationId="{8D4E3200-2323-C540-921A-5291E5F59DBA}"/>
          </ac:spMkLst>
        </pc:spChg>
        <pc:grpChg chg="mod topLvl">
          <ac:chgData name="CHAEHYUN KIM" userId="917a2da12d83d097" providerId="LiveId" clId="{4493D5F9-2714-41DF-9606-F63A7A6BBB04}" dt="2025-01-23T00:28:56.869" v="3064" actId="1037"/>
          <ac:grpSpMkLst>
            <pc:docMk/>
            <pc:sldMk cId="3143806822" sldId="268"/>
            <ac:grpSpMk id="26" creationId="{F3EA588C-78C4-464D-8053-158C3E2F4DD4}"/>
          </ac:grpSpMkLst>
        </pc:grpChg>
        <pc:grpChg chg="del">
          <ac:chgData name="CHAEHYUN KIM" userId="917a2da12d83d097" providerId="LiveId" clId="{4493D5F9-2714-41DF-9606-F63A7A6BBB04}" dt="2025-01-23T00:08:35.042" v="2233" actId="478"/>
          <ac:grpSpMkLst>
            <pc:docMk/>
            <pc:sldMk cId="3143806822" sldId="268"/>
            <ac:grpSpMk id="64" creationId="{5D2B3F19-FCD6-8249-9A5A-F6A6E34198FF}"/>
          </ac:grpSpMkLst>
        </pc:grpChg>
        <pc:grpChg chg="del">
          <ac:chgData name="CHAEHYUN KIM" userId="917a2da12d83d097" providerId="LiveId" clId="{4493D5F9-2714-41DF-9606-F63A7A6BBB04}" dt="2025-01-23T00:08:38.677" v="2234" actId="478"/>
          <ac:grpSpMkLst>
            <pc:docMk/>
            <pc:sldMk cId="3143806822" sldId="268"/>
            <ac:grpSpMk id="65" creationId="{3024DE78-7F6D-2C47-8656-E1C78E3D0138}"/>
          </ac:grpSpMkLst>
        </pc:grpChg>
        <pc:grpChg chg="mod topLvl">
          <ac:chgData name="CHAEHYUN KIM" userId="917a2da12d83d097" providerId="LiveId" clId="{4493D5F9-2714-41DF-9606-F63A7A6BBB04}" dt="2025-01-23T00:28:56.869" v="3064" actId="1037"/>
          <ac:grpSpMkLst>
            <pc:docMk/>
            <pc:sldMk cId="3143806822" sldId="268"/>
            <ac:grpSpMk id="66" creationId="{391BFEB0-7705-B149-AE8C-5408D0DCF2B5}"/>
          </ac:grpSpMkLst>
        </pc:grpChg>
        <pc:grpChg chg="del">
          <ac:chgData name="CHAEHYUN KIM" userId="917a2da12d83d097" providerId="LiveId" clId="{4493D5F9-2714-41DF-9606-F63A7A6BBB04}" dt="2025-01-23T00:08:43.013" v="2237" actId="478"/>
          <ac:grpSpMkLst>
            <pc:docMk/>
            <pc:sldMk cId="3143806822" sldId="268"/>
            <ac:grpSpMk id="70" creationId="{E1EAFAEA-2BEE-144B-84D5-98EDEDDACC90}"/>
          </ac:grpSpMkLst>
        </pc:grpChg>
        <pc:grpChg chg="mod topLvl">
          <ac:chgData name="CHAEHYUN KIM" userId="917a2da12d83d097" providerId="LiveId" clId="{4493D5F9-2714-41DF-9606-F63A7A6BBB04}" dt="2025-01-23T00:28:56.869" v="3064" actId="1037"/>
          <ac:grpSpMkLst>
            <pc:docMk/>
            <pc:sldMk cId="3143806822" sldId="268"/>
            <ac:grpSpMk id="71" creationId="{557B2FE3-6DA6-3240-BE18-819EBE5D7EEC}"/>
          </ac:grpSpMkLst>
        </pc:grpChg>
        <pc:picChg chg="add del mod">
          <ac:chgData name="CHAEHYUN KIM" userId="917a2da12d83d097" providerId="LiveId" clId="{4493D5F9-2714-41DF-9606-F63A7A6BBB04}" dt="2025-01-23T00:10:44.076" v="2348" actId="478"/>
          <ac:picMkLst>
            <pc:docMk/>
            <pc:sldMk cId="3143806822" sldId="268"/>
            <ac:picMk id="8" creationId="{B0ABCBFD-88F6-661C-1291-B51756F92246}"/>
          </ac:picMkLst>
        </pc:picChg>
        <pc:picChg chg="add mod">
          <ac:chgData name="CHAEHYUN KIM" userId="917a2da12d83d097" providerId="LiveId" clId="{4493D5F9-2714-41DF-9606-F63A7A6BBB04}" dt="2025-01-23T00:28:56.869" v="3064" actId="1037"/>
          <ac:picMkLst>
            <pc:docMk/>
            <pc:sldMk cId="3143806822" sldId="268"/>
            <ac:picMk id="14" creationId="{921CB565-95A9-73DF-2482-29F416937BCE}"/>
          </ac:picMkLst>
        </pc:picChg>
        <pc:picChg chg="add mod modCrop">
          <ac:chgData name="CHAEHYUN KIM" userId="917a2da12d83d097" providerId="LiveId" clId="{4493D5F9-2714-41DF-9606-F63A7A6BBB04}" dt="2025-01-23T00:28:56.869" v="3064" actId="1037"/>
          <ac:picMkLst>
            <pc:docMk/>
            <pc:sldMk cId="3143806822" sldId="268"/>
            <ac:picMk id="16" creationId="{4C036E9F-F4C3-1615-0D8A-287E18ABBE97}"/>
          </ac:picMkLst>
        </pc:picChg>
        <pc:picChg chg="add del mod modCrop">
          <ac:chgData name="CHAEHYUN KIM" userId="917a2da12d83d097" providerId="LiveId" clId="{4493D5F9-2714-41DF-9606-F63A7A6BBB04}" dt="2025-01-23T00:28:56.869" v="3064" actId="1037"/>
          <ac:picMkLst>
            <pc:docMk/>
            <pc:sldMk cId="3143806822" sldId="268"/>
            <ac:picMk id="18" creationId="{C2E63FC4-2AE2-D491-E1B8-E6633FB46B52}"/>
          </ac:picMkLst>
        </pc:picChg>
        <pc:picChg chg="add del mod">
          <ac:chgData name="CHAEHYUN KIM" userId="917a2da12d83d097" providerId="LiveId" clId="{4493D5F9-2714-41DF-9606-F63A7A6BBB04}" dt="2025-01-23T00:27:32.946" v="3016" actId="478"/>
          <ac:picMkLst>
            <pc:docMk/>
            <pc:sldMk cId="3143806822" sldId="268"/>
            <ac:picMk id="30" creationId="{A6FDB243-DCDC-0B49-F3F7-E0B438C9A4B6}"/>
          </ac:picMkLst>
        </pc:picChg>
        <pc:picChg chg="add mod">
          <ac:chgData name="CHAEHYUN KIM" userId="917a2da12d83d097" providerId="LiveId" clId="{4493D5F9-2714-41DF-9606-F63A7A6BBB04}" dt="2025-01-23T00:28:56.869" v="3064" actId="1037"/>
          <ac:picMkLst>
            <pc:docMk/>
            <pc:sldMk cId="3143806822" sldId="268"/>
            <ac:picMk id="32" creationId="{3DFF8701-429C-DAD3-9641-6039E1A7AD55}"/>
          </ac:picMkLst>
        </pc:picChg>
        <pc:cxnChg chg="add mod">
          <ac:chgData name="CHAEHYUN KIM" userId="917a2da12d83d097" providerId="LiveId" clId="{4493D5F9-2714-41DF-9606-F63A7A6BBB04}" dt="2025-01-23T00:07:11.134" v="2205"/>
          <ac:cxnSpMkLst>
            <pc:docMk/>
            <pc:sldMk cId="3143806822" sldId="268"/>
            <ac:cxnSpMk id="5" creationId="{3552DA5E-D9D4-E164-9680-8BE2359B1C16}"/>
          </ac:cxnSpMkLst>
        </pc:cxnChg>
        <pc:cxnChg chg="del">
          <ac:chgData name="CHAEHYUN KIM" userId="917a2da12d83d097" providerId="LiveId" clId="{4493D5F9-2714-41DF-9606-F63A7A6BBB04}" dt="2025-01-23T00:07:02.327" v="2204" actId="478"/>
          <ac:cxnSpMkLst>
            <pc:docMk/>
            <pc:sldMk cId="3143806822" sldId="268"/>
            <ac:cxnSpMk id="10" creationId="{604BA9E0-D926-F249-855E-1AFE9A84CD98}"/>
          </ac:cxnSpMkLst>
        </pc:cxnChg>
      </pc:sldChg>
      <pc:sldChg chg="delSp modSp mod">
        <pc:chgData name="CHAEHYUN KIM" userId="917a2da12d83d097" providerId="LiveId" clId="{4493D5F9-2714-41DF-9606-F63A7A6BBB04}" dt="2025-01-23T03:43:05.640" v="15693" actId="20577"/>
        <pc:sldMkLst>
          <pc:docMk/>
          <pc:sldMk cId="489962661" sldId="269"/>
        </pc:sldMkLst>
        <pc:spChg chg="del">
          <ac:chgData name="CHAEHYUN KIM" userId="917a2da12d83d097" providerId="LiveId" clId="{4493D5F9-2714-41DF-9606-F63A7A6BBB04}" dt="2025-01-23T03:42:47.695" v="15660" actId="478"/>
          <ac:spMkLst>
            <pc:docMk/>
            <pc:sldMk cId="489962661" sldId="269"/>
            <ac:spMk id="4" creationId="{BF32E562-853E-E144-A33C-B56BAA151D27}"/>
          </ac:spMkLst>
        </pc:spChg>
        <pc:spChg chg="mod">
          <ac:chgData name="CHAEHYUN KIM" userId="917a2da12d83d097" providerId="LiveId" clId="{4493D5F9-2714-41DF-9606-F63A7A6BBB04}" dt="2025-01-23T03:42:58.262" v="15672" actId="20577"/>
          <ac:spMkLst>
            <pc:docMk/>
            <pc:sldMk cId="489962661" sldId="269"/>
            <ac:spMk id="6" creationId="{695C14D0-5A05-0A41-8C04-E76B30A6A5D7}"/>
          </ac:spMkLst>
        </pc:spChg>
        <pc:spChg chg="mod">
          <ac:chgData name="CHAEHYUN KIM" userId="917a2da12d83d097" providerId="LiveId" clId="{4493D5F9-2714-41DF-9606-F63A7A6BBB04}" dt="2025-01-23T03:43:05.640" v="15693" actId="20577"/>
          <ac:spMkLst>
            <pc:docMk/>
            <pc:sldMk cId="489962661" sldId="269"/>
            <ac:spMk id="7" creationId="{D5FFBFE3-DDB7-B943-AE34-A8FD0A51214F}"/>
          </ac:spMkLst>
        </pc:spChg>
        <pc:spChg chg="del">
          <ac:chgData name="CHAEHYUN KIM" userId="917a2da12d83d097" providerId="LiveId" clId="{4493D5F9-2714-41DF-9606-F63A7A6BBB04}" dt="2025-01-23T03:42:45.738" v="15659" actId="478"/>
          <ac:spMkLst>
            <pc:docMk/>
            <pc:sldMk cId="489962661" sldId="269"/>
            <ac:spMk id="9" creationId="{675F247B-87F7-CC46-888D-80EB724E1B96}"/>
          </ac:spMkLst>
        </pc:spChg>
      </pc:sldChg>
      <pc:sldChg chg="modSp mod">
        <pc:chgData name="CHAEHYUN KIM" userId="917a2da12d83d097" providerId="LiveId" clId="{4493D5F9-2714-41DF-9606-F63A7A6BBB04}" dt="2025-01-22T17:21:13.151" v="2194" actId="403"/>
        <pc:sldMkLst>
          <pc:docMk/>
          <pc:sldMk cId="723567175" sldId="270"/>
        </pc:sldMkLst>
        <pc:spChg chg="mod">
          <ac:chgData name="CHAEHYUN KIM" userId="917a2da12d83d097" providerId="LiveId" clId="{4493D5F9-2714-41DF-9606-F63A7A6BBB04}" dt="2025-01-22T17:21:13.151" v="2194" actId="403"/>
          <ac:spMkLst>
            <pc:docMk/>
            <pc:sldMk cId="723567175" sldId="270"/>
            <ac:spMk id="4" creationId="{BF32E562-853E-E144-A33C-B56BAA151D27}"/>
          </ac:spMkLst>
        </pc:spChg>
        <pc:spChg chg="mod">
          <ac:chgData name="CHAEHYUN KIM" userId="917a2da12d83d097" providerId="LiveId" clId="{4493D5F9-2714-41DF-9606-F63A7A6BBB04}" dt="2025-01-22T16:45:01.120" v="1106" actId="20577"/>
          <ac:spMkLst>
            <pc:docMk/>
            <pc:sldMk cId="723567175" sldId="270"/>
            <ac:spMk id="5" creationId="{0AAC11FD-D37B-D147-8687-5C1BD6DA8555}"/>
          </ac:spMkLst>
        </pc:spChg>
      </pc:sldChg>
      <pc:sldChg chg="addSp delSp modSp mod">
        <pc:chgData name="CHAEHYUN KIM" userId="917a2da12d83d097" providerId="LiveId" clId="{4493D5F9-2714-41DF-9606-F63A7A6BBB04}" dt="2025-01-22T16:45:41.812" v="1112" actId="478"/>
        <pc:sldMkLst>
          <pc:docMk/>
          <pc:sldMk cId="1024712367" sldId="271"/>
        </pc:sldMkLst>
        <pc:spChg chg="add mod">
          <ac:chgData name="CHAEHYUN KIM" userId="917a2da12d83d097" providerId="LiveId" clId="{4493D5F9-2714-41DF-9606-F63A7A6BBB04}" dt="2025-01-22T16:42:58.683" v="1044" actId="1076"/>
          <ac:spMkLst>
            <pc:docMk/>
            <pc:sldMk cId="1024712367" sldId="271"/>
            <ac:spMk id="10" creationId="{CD376BFD-9A93-1264-5A90-549650B2EF12}"/>
          </ac:spMkLst>
        </pc:spChg>
        <pc:spChg chg="del">
          <ac:chgData name="CHAEHYUN KIM" userId="917a2da12d83d097" providerId="LiveId" clId="{4493D5F9-2714-41DF-9606-F63A7A6BBB04}" dt="2025-01-22T16:45:41.812" v="1112" actId="478"/>
          <ac:spMkLst>
            <pc:docMk/>
            <pc:sldMk cId="1024712367" sldId="271"/>
            <ac:spMk id="11" creationId="{5ABF02DF-83DC-F0EA-477D-C458D1D558CE}"/>
          </ac:spMkLst>
        </pc:spChg>
        <pc:spChg chg="add del mod">
          <ac:chgData name="CHAEHYUN KIM" userId="917a2da12d83d097" providerId="LiveId" clId="{4493D5F9-2714-41DF-9606-F63A7A6BBB04}" dt="2025-01-22T16:35:53.655" v="379" actId="478"/>
          <ac:spMkLst>
            <pc:docMk/>
            <pc:sldMk cId="1024712367" sldId="271"/>
            <ac:spMk id="13" creationId="{D6ACEF5F-1A49-AF10-5384-3D2F7839341E}"/>
          </ac:spMkLst>
        </pc:spChg>
        <pc:spChg chg="add mod">
          <ac:chgData name="CHAEHYUN KIM" userId="917a2da12d83d097" providerId="LiveId" clId="{4493D5F9-2714-41DF-9606-F63A7A6BBB04}" dt="2025-01-22T16:42:52.075" v="1043" actId="1076"/>
          <ac:spMkLst>
            <pc:docMk/>
            <pc:sldMk cId="1024712367" sldId="271"/>
            <ac:spMk id="14" creationId="{4436052C-E40E-F8FB-75C4-F8B284428A39}"/>
          </ac:spMkLst>
        </pc:spChg>
        <pc:spChg chg="mod">
          <ac:chgData name="CHAEHYUN KIM" userId="917a2da12d83d097" providerId="LiveId" clId="{4493D5F9-2714-41DF-9606-F63A7A6BBB04}" dt="2025-01-22T16:28:25.037" v="2" actId="113"/>
          <ac:spMkLst>
            <pc:docMk/>
            <pc:sldMk cId="1024712367" sldId="271"/>
            <ac:spMk id="18" creationId="{6EF88EB0-9D1B-21DC-7925-F464181E6E37}"/>
          </ac:spMkLst>
        </pc:spChg>
        <pc:spChg chg="add mod">
          <ac:chgData name="CHAEHYUN KIM" userId="917a2da12d83d097" providerId="LiveId" clId="{4493D5F9-2714-41DF-9606-F63A7A6BBB04}" dt="2025-01-22T16:39:24.144" v="788"/>
          <ac:spMkLst>
            <pc:docMk/>
            <pc:sldMk cId="1024712367" sldId="271"/>
            <ac:spMk id="20" creationId="{CA930176-75E9-EEBA-35BB-C62E51CD84F6}"/>
          </ac:spMkLst>
        </pc:spChg>
        <pc:picChg chg="del mod">
          <ac:chgData name="CHAEHYUN KIM" userId="917a2da12d83d097" providerId="LiveId" clId="{4493D5F9-2714-41DF-9606-F63A7A6BBB04}" dt="2025-01-22T16:40:52.194" v="793" actId="478"/>
          <ac:picMkLst>
            <pc:docMk/>
            <pc:sldMk cId="1024712367" sldId="271"/>
            <ac:picMk id="3" creationId="{5F5CBD1D-BFAB-E458-F9B2-B067B98988D8}"/>
          </ac:picMkLst>
        </pc:picChg>
        <pc:picChg chg="add mod modCrop">
          <ac:chgData name="CHAEHYUN KIM" userId="917a2da12d83d097" providerId="LiveId" clId="{4493D5F9-2714-41DF-9606-F63A7A6BBB04}" dt="2025-01-22T16:43:09.335" v="1046" actId="1076"/>
          <ac:picMkLst>
            <pc:docMk/>
            <pc:sldMk cId="1024712367" sldId="271"/>
            <ac:picMk id="23" creationId="{D1F09E20-F366-5FAF-428A-94FE8B77DC68}"/>
          </ac:picMkLst>
        </pc:picChg>
      </pc:sldChg>
      <pc:sldChg chg="add del">
        <pc:chgData name="CHAEHYUN KIM" userId="917a2da12d83d097" providerId="LiveId" clId="{4493D5F9-2714-41DF-9606-F63A7A6BBB04}" dt="2025-01-22T16:44:28.322" v="1048" actId="47"/>
        <pc:sldMkLst>
          <pc:docMk/>
          <pc:sldMk cId="2690971001" sldId="272"/>
        </pc:sldMkLst>
      </pc:sldChg>
      <pc:sldChg chg="delSp modSp add mod ord">
        <pc:chgData name="CHAEHYUN KIM" userId="917a2da12d83d097" providerId="LiveId" clId="{4493D5F9-2714-41DF-9606-F63A7A6BBB04}" dt="2025-01-22T17:05:27.693" v="1857" actId="20577"/>
        <pc:sldMkLst>
          <pc:docMk/>
          <pc:sldMk cId="3371207663" sldId="272"/>
        </pc:sldMkLst>
        <pc:spChg chg="mod">
          <ac:chgData name="CHAEHYUN KIM" userId="917a2da12d83d097" providerId="LiveId" clId="{4493D5F9-2714-41DF-9606-F63A7A6BBB04}" dt="2025-01-22T16:44:41.411" v="1068" actId="20577"/>
          <ac:spMkLst>
            <pc:docMk/>
            <pc:sldMk cId="3371207663" sldId="272"/>
            <ac:spMk id="4" creationId="{5F34CC03-8111-95C8-60F1-E7E61E3D2AAD}"/>
          </ac:spMkLst>
        </pc:spChg>
        <pc:spChg chg="del">
          <ac:chgData name="CHAEHYUN KIM" userId="917a2da12d83d097" providerId="LiveId" clId="{4493D5F9-2714-41DF-9606-F63A7A6BBB04}" dt="2025-01-22T16:45:16.200" v="1107" actId="478"/>
          <ac:spMkLst>
            <pc:docMk/>
            <pc:sldMk cId="3371207663" sldId="272"/>
            <ac:spMk id="5" creationId="{839928C9-1C44-3442-9CC5-A990642E9F08}"/>
          </ac:spMkLst>
        </pc:spChg>
        <pc:spChg chg="mod">
          <ac:chgData name="CHAEHYUN KIM" userId="917a2da12d83d097" providerId="LiveId" clId="{4493D5F9-2714-41DF-9606-F63A7A6BBB04}" dt="2025-01-22T17:05:27.693" v="1857" actId="20577"/>
          <ac:spMkLst>
            <pc:docMk/>
            <pc:sldMk cId="3371207663" sldId="272"/>
            <ac:spMk id="12" creationId="{B9C51C7F-98DC-1669-E0DA-25C889D89DE2}"/>
          </ac:spMkLst>
        </pc:spChg>
        <pc:spChg chg="mod">
          <ac:chgData name="CHAEHYUN KIM" userId="917a2da12d83d097" providerId="LiveId" clId="{4493D5F9-2714-41DF-9606-F63A7A6BBB04}" dt="2025-01-22T16:44:36.917" v="1053" actId="20577"/>
          <ac:spMkLst>
            <pc:docMk/>
            <pc:sldMk cId="3371207663" sldId="272"/>
            <ac:spMk id="14" creationId="{D3FCFB2A-F17C-E6F6-B201-9F02D1E77C18}"/>
          </ac:spMkLst>
        </pc:spChg>
      </pc:sldChg>
      <pc:sldChg chg="addSp delSp modSp add del mod ord">
        <pc:chgData name="CHAEHYUN KIM" userId="917a2da12d83d097" providerId="LiveId" clId="{4493D5F9-2714-41DF-9606-F63A7A6BBB04}" dt="2025-01-22T17:20:10.118" v="2147" actId="47"/>
        <pc:sldMkLst>
          <pc:docMk/>
          <pc:sldMk cId="1210859600" sldId="273"/>
        </pc:sldMkLst>
        <pc:spChg chg="add mod">
          <ac:chgData name="CHAEHYUN KIM" userId="917a2da12d83d097" providerId="LiveId" clId="{4493D5F9-2714-41DF-9606-F63A7A6BBB04}" dt="2025-01-22T17:03:35.664" v="1835" actId="1076"/>
          <ac:spMkLst>
            <pc:docMk/>
            <pc:sldMk cId="1210859600" sldId="273"/>
            <ac:spMk id="7" creationId="{A6B31AA4-22D0-DE88-3854-53151E02B744}"/>
          </ac:spMkLst>
        </pc:spChg>
        <pc:spChg chg="mod">
          <ac:chgData name="CHAEHYUN KIM" userId="917a2da12d83d097" providerId="LiveId" clId="{4493D5F9-2714-41DF-9606-F63A7A6BBB04}" dt="2025-01-22T17:03:19.946" v="1830" actId="1076"/>
          <ac:spMkLst>
            <pc:docMk/>
            <pc:sldMk cId="1210859600" sldId="273"/>
            <ac:spMk id="10" creationId="{69B2F50D-0AB1-7907-1978-03221A564847}"/>
          </ac:spMkLst>
        </pc:spChg>
        <pc:spChg chg="mod">
          <ac:chgData name="CHAEHYUN KIM" userId="917a2da12d83d097" providerId="LiveId" clId="{4493D5F9-2714-41DF-9606-F63A7A6BBB04}" dt="2025-01-22T17:05:31.315" v="1859" actId="20577"/>
          <ac:spMkLst>
            <pc:docMk/>
            <pc:sldMk cId="1210859600" sldId="273"/>
            <ac:spMk id="12" creationId="{39143EAB-03D8-6AC0-EFCB-961232C3ED01}"/>
          </ac:spMkLst>
        </pc:spChg>
        <pc:spChg chg="add mod">
          <ac:chgData name="CHAEHYUN KIM" userId="917a2da12d83d097" providerId="LiveId" clId="{4493D5F9-2714-41DF-9606-F63A7A6BBB04}" dt="2025-01-22T17:03:29.217" v="1834" actId="1076"/>
          <ac:spMkLst>
            <pc:docMk/>
            <pc:sldMk cId="1210859600" sldId="273"/>
            <ac:spMk id="13" creationId="{C11B686A-1D7B-D7B3-EF77-900C1C1A3C87}"/>
          </ac:spMkLst>
        </pc:spChg>
        <pc:spChg chg="del">
          <ac:chgData name="CHAEHYUN KIM" userId="917a2da12d83d097" providerId="LiveId" clId="{4493D5F9-2714-41DF-9606-F63A7A6BBB04}" dt="2025-01-22T16:47:30.536" v="1147" actId="478"/>
          <ac:spMkLst>
            <pc:docMk/>
            <pc:sldMk cId="1210859600" sldId="273"/>
            <ac:spMk id="14" creationId="{0644F236-ECB0-C927-ADEE-B32951A80A7A}"/>
          </ac:spMkLst>
        </pc:spChg>
        <pc:spChg chg="del">
          <ac:chgData name="CHAEHYUN KIM" userId="917a2da12d83d097" providerId="LiveId" clId="{4493D5F9-2714-41DF-9606-F63A7A6BBB04}" dt="2025-01-22T16:45:59.275" v="1132" actId="478"/>
          <ac:spMkLst>
            <pc:docMk/>
            <pc:sldMk cId="1210859600" sldId="273"/>
            <ac:spMk id="18" creationId="{020E8BB4-0D4A-F26F-7492-80DFF2FD78BB}"/>
          </ac:spMkLst>
        </pc:spChg>
        <pc:spChg chg="mod">
          <ac:chgData name="CHAEHYUN KIM" userId="917a2da12d83d097" providerId="LiveId" clId="{4493D5F9-2714-41DF-9606-F63A7A6BBB04}" dt="2025-01-22T16:45:57.794" v="1131" actId="20577"/>
          <ac:spMkLst>
            <pc:docMk/>
            <pc:sldMk cId="1210859600" sldId="273"/>
            <ac:spMk id="19" creationId="{9ACEC422-E0EB-F06C-AD76-78DF8518F44C}"/>
          </ac:spMkLst>
        </pc:spChg>
        <pc:picChg chg="add mod modCrop">
          <ac:chgData name="CHAEHYUN KIM" userId="917a2da12d83d097" providerId="LiveId" clId="{4493D5F9-2714-41DF-9606-F63A7A6BBB04}" dt="2025-01-22T17:02:21.675" v="1799" actId="1076"/>
          <ac:picMkLst>
            <pc:docMk/>
            <pc:sldMk cId="1210859600" sldId="273"/>
            <ac:picMk id="4" creationId="{497A03D2-ACA6-BA68-BCE3-CCCAEF496737}"/>
          </ac:picMkLst>
        </pc:picChg>
        <pc:picChg chg="add mod modCrop">
          <ac:chgData name="CHAEHYUN KIM" userId="917a2da12d83d097" providerId="LiveId" clId="{4493D5F9-2714-41DF-9606-F63A7A6BBB04}" dt="2025-01-22T17:03:48.090" v="1839" actId="1076"/>
          <ac:picMkLst>
            <pc:docMk/>
            <pc:sldMk cId="1210859600" sldId="273"/>
            <ac:picMk id="6" creationId="{36B6D712-5A62-3BD2-7ED9-116EAAAF8316}"/>
          </ac:picMkLst>
        </pc:picChg>
        <pc:picChg chg="add mod modCrop">
          <ac:chgData name="CHAEHYUN KIM" userId="917a2da12d83d097" providerId="LiveId" clId="{4493D5F9-2714-41DF-9606-F63A7A6BBB04}" dt="2025-01-22T17:03:26.741" v="1833" actId="1076"/>
          <ac:picMkLst>
            <pc:docMk/>
            <pc:sldMk cId="1210859600" sldId="273"/>
            <ac:picMk id="9" creationId="{367E4350-1A81-21FD-6F17-FD90685754D5}"/>
          </ac:picMkLst>
        </pc:picChg>
        <pc:picChg chg="del">
          <ac:chgData name="CHAEHYUN KIM" userId="917a2da12d83d097" providerId="LiveId" clId="{4493D5F9-2714-41DF-9606-F63A7A6BBB04}" dt="2025-01-22T16:45:59.975" v="1133" actId="478"/>
          <ac:picMkLst>
            <pc:docMk/>
            <pc:sldMk cId="1210859600" sldId="273"/>
            <ac:picMk id="23" creationId="{0C28E790-F546-3168-DD72-9AF3E3B372D9}"/>
          </ac:picMkLst>
        </pc:picChg>
      </pc:sldChg>
      <pc:sldChg chg="addSp delSp modSp add del mod">
        <pc:chgData name="CHAEHYUN KIM" userId="917a2da12d83d097" providerId="LiveId" clId="{4493D5F9-2714-41DF-9606-F63A7A6BBB04}" dt="2025-01-22T17:20:11.659" v="2148" actId="47"/>
        <pc:sldMkLst>
          <pc:docMk/>
          <pc:sldMk cId="1155589963" sldId="274"/>
        </pc:sldMkLst>
        <pc:spChg chg="del mod">
          <ac:chgData name="CHAEHYUN KIM" userId="917a2da12d83d097" providerId="LiveId" clId="{4493D5F9-2714-41DF-9606-F63A7A6BBB04}" dt="2025-01-22T16:59:38.686" v="1742" actId="478"/>
          <ac:spMkLst>
            <pc:docMk/>
            <pc:sldMk cId="1155589963" sldId="274"/>
            <ac:spMk id="7" creationId="{D46B9DDE-5697-6447-9A15-A63A256DCC87}"/>
          </ac:spMkLst>
        </pc:spChg>
        <pc:spChg chg="mod">
          <ac:chgData name="CHAEHYUN KIM" userId="917a2da12d83d097" providerId="LiveId" clId="{4493D5F9-2714-41DF-9606-F63A7A6BBB04}" dt="2025-01-22T17:04:56.551" v="1849" actId="1076"/>
          <ac:spMkLst>
            <pc:docMk/>
            <pc:sldMk cId="1155589963" sldId="274"/>
            <ac:spMk id="10" creationId="{3FB53166-208B-48E5-1CFC-7DEAA35C580D}"/>
          </ac:spMkLst>
        </pc:spChg>
        <pc:spChg chg="mod">
          <ac:chgData name="CHAEHYUN KIM" userId="917a2da12d83d097" providerId="LiveId" clId="{4493D5F9-2714-41DF-9606-F63A7A6BBB04}" dt="2025-01-22T17:05:35.115" v="1861" actId="20577"/>
          <ac:spMkLst>
            <pc:docMk/>
            <pc:sldMk cId="1155589963" sldId="274"/>
            <ac:spMk id="12" creationId="{7C6626D4-BFCA-4994-4639-76113DE9C532}"/>
          </ac:spMkLst>
        </pc:spChg>
        <pc:spChg chg="mod">
          <ac:chgData name="CHAEHYUN KIM" userId="917a2da12d83d097" providerId="LiveId" clId="{4493D5F9-2714-41DF-9606-F63A7A6BBB04}" dt="2025-01-22T17:04:49.066" v="1847" actId="1076"/>
          <ac:spMkLst>
            <pc:docMk/>
            <pc:sldMk cId="1155589963" sldId="274"/>
            <ac:spMk id="13" creationId="{1987ADD5-C7A6-BC96-922F-D3F168BE0CF3}"/>
          </ac:spMkLst>
        </pc:spChg>
        <pc:spChg chg="add mod">
          <ac:chgData name="CHAEHYUN KIM" userId="917a2da12d83d097" providerId="LiveId" clId="{4493D5F9-2714-41DF-9606-F63A7A6BBB04}" dt="2025-01-22T17:04:51.959" v="1848" actId="1076"/>
          <ac:spMkLst>
            <pc:docMk/>
            <pc:sldMk cId="1155589963" sldId="274"/>
            <ac:spMk id="16" creationId="{545D1F31-47AE-E921-683B-3EC56B539DFE}"/>
          </ac:spMkLst>
        </pc:spChg>
        <pc:picChg chg="del">
          <ac:chgData name="CHAEHYUN KIM" userId="917a2da12d83d097" providerId="LiveId" clId="{4493D5F9-2714-41DF-9606-F63A7A6BBB04}" dt="2025-01-22T16:55:28.338" v="1526" actId="478"/>
          <ac:picMkLst>
            <pc:docMk/>
            <pc:sldMk cId="1155589963" sldId="274"/>
            <ac:picMk id="4" creationId="{C29F9107-187F-FD88-876E-C9B4C76A23B1}"/>
          </ac:picMkLst>
        </pc:picChg>
        <pc:picChg chg="add mod">
          <ac:chgData name="CHAEHYUN KIM" userId="917a2da12d83d097" providerId="LiveId" clId="{4493D5F9-2714-41DF-9606-F63A7A6BBB04}" dt="2025-01-22T17:04:33.410" v="1843" actId="1076"/>
          <ac:picMkLst>
            <pc:docMk/>
            <pc:sldMk cId="1155589963" sldId="274"/>
            <ac:picMk id="5" creationId="{3BF0D97D-E180-CD64-3CED-06E41FBAED70}"/>
          </ac:picMkLst>
        </pc:picChg>
        <pc:picChg chg="del">
          <ac:chgData name="CHAEHYUN KIM" userId="917a2da12d83d097" providerId="LiveId" clId="{4493D5F9-2714-41DF-9606-F63A7A6BBB04}" dt="2025-01-22T16:59:22.674" v="1735" actId="478"/>
          <ac:picMkLst>
            <pc:docMk/>
            <pc:sldMk cId="1155589963" sldId="274"/>
            <ac:picMk id="6" creationId="{7B571364-44FF-0E31-20FB-6009A88F3297}"/>
          </ac:picMkLst>
        </pc:picChg>
        <pc:picChg chg="del">
          <ac:chgData name="CHAEHYUN KIM" userId="917a2da12d83d097" providerId="LiveId" clId="{4493D5F9-2714-41DF-9606-F63A7A6BBB04}" dt="2025-01-22T16:59:23.175" v="1736" actId="478"/>
          <ac:picMkLst>
            <pc:docMk/>
            <pc:sldMk cId="1155589963" sldId="274"/>
            <ac:picMk id="9" creationId="{1805B5D2-F799-90C9-4BAF-0746C9E10E12}"/>
          </ac:picMkLst>
        </pc:picChg>
        <pc:picChg chg="add mod modCrop">
          <ac:chgData name="CHAEHYUN KIM" userId="917a2da12d83d097" providerId="LiveId" clId="{4493D5F9-2714-41DF-9606-F63A7A6BBB04}" dt="2025-01-22T17:04:46.461" v="1846" actId="14100"/>
          <ac:picMkLst>
            <pc:docMk/>
            <pc:sldMk cId="1155589963" sldId="274"/>
            <ac:picMk id="14" creationId="{0AA9F6C1-7AFA-93E3-6BD4-9DF0D73B0F7F}"/>
          </ac:picMkLst>
        </pc:picChg>
        <pc:picChg chg="add mod modCrop">
          <ac:chgData name="CHAEHYUN KIM" userId="917a2da12d83d097" providerId="LiveId" clId="{4493D5F9-2714-41DF-9606-F63A7A6BBB04}" dt="2025-01-22T17:04:33.410" v="1843" actId="1076"/>
          <ac:picMkLst>
            <pc:docMk/>
            <pc:sldMk cId="1155589963" sldId="274"/>
            <ac:picMk id="15" creationId="{A5087FA0-BE4B-77FE-3D5D-44AFEC5FBDB8}"/>
          </ac:picMkLst>
        </pc:picChg>
        <pc:cxnChg chg="mod">
          <ac:chgData name="CHAEHYUN KIM" userId="917a2da12d83d097" providerId="LiveId" clId="{4493D5F9-2714-41DF-9606-F63A7A6BBB04}" dt="2025-01-22T17:14:07.146" v="1938" actId="1076"/>
          <ac:cxnSpMkLst>
            <pc:docMk/>
            <pc:sldMk cId="1155589963" sldId="274"/>
            <ac:cxnSpMk id="21" creationId="{D8C60FEA-28BD-34D7-51A1-8BB9D1246723}"/>
          </ac:cxnSpMkLst>
        </pc:cxnChg>
      </pc:sldChg>
      <pc:sldChg chg="addSp delSp modSp add mod">
        <pc:chgData name="CHAEHYUN KIM" userId="917a2da12d83d097" providerId="LiveId" clId="{4493D5F9-2714-41DF-9606-F63A7A6BBB04}" dt="2025-01-22T17:20:33.499" v="2151" actId="478"/>
        <pc:sldMkLst>
          <pc:docMk/>
          <pc:sldMk cId="3695307168" sldId="275"/>
        </pc:sldMkLst>
        <pc:spChg chg="mod">
          <ac:chgData name="CHAEHYUN KIM" userId="917a2da12d83d097" providerId="LiveId" clId="{4493D5F9-2714-41DF-9606-F63A7A6BBB04}" dt="2025-01-22T17:16:47.686" v="2086" actId="478"/>
          <ac:spMkLst>
            <pc:docMk/>
            <pc:sldMk cId="3695307168" sldId="275"/>
            <ac:spMk id="5" creationId="{BFCD7BCC-CF48-4795-EB85-714EC3D0EA13}"/>
          </ac:spMkLst>
        </pc:spChg>
        <pc:spChg chg="add mod">
          <ac:chgData name="CHAEHYUN KIM" userId="917a2da12d83d097" providerId="LiveId" clId="{4493D5F9-2714-41DF-9606-F63A7A6BBB04}" dt="2025-01-22T17:19:51.581" v="2145" actId="1076"/>
          <ac:spMkLst>
            <pc:docMk/>
            <pc:sldMk cId="3695307168" sldId="275"/>
            <ac:spMk id="10" creationId="{88F1D2FC-487F-0D62-FB92-13588E59D6A0}"/>
          </ac:spMkLst>
        </pc:spChg>
        <pc:spChg chg="del">
          <ac:chgData name="CHAEHYUN KIM" userId="917a2da12d83d097" providerId="LiveId" clId="{4493D5F9-2714-41DF-9606-F63A7A6BBB04}" dt="2025-01-22T17:20:33.499" v="2151" actId="478"/>
          <ac:spMkLst>
            <pc:docMk/>
            <pc:sldMk cId="3695307168" sldId="275"/>
            <ac:spMk id="11" creationId="{CB5413A2-0E49-F461-36D8-D313C68F59B8}"/>
          </ac:spMkLst>
        </pc:spChg>
        <pc:spChg chg="mod">
          <ac:chgData name="CHAEHYUN KIM" userId="917a2da12d83d097" providerId="LiveId" clId="{4493D5F9-2714-41DF-9606-F63A7A6BBB04}" dt="2025-01-22T17:20:30.695" v="2150" actId="20577"/>
          <ac:spMkLst>
            <pc:docMk/>
            <pc:sldMk cId="3695307168" sldId="275"/>
            <ac:spMk id="12" creationId="{E26B5D01-40AE-E28C-F683-B45D319EF7CC}"/>
          </ac:spMkLst>
        </pc:spChg>
        <pc:spChg chg="add mod">
          <ac:chgData name="CHAEHYUN KIM" userId="917a2da12d83d097" providerId="LiveId" clId="{4493D5F9-2714-41DF-9606-F63A7A6BBB04}" dt="2025-01-22T17:18:49.611" v="2106"/>
          <ac:spMkLst>
            <pc:docMk/>
            <pc:sldMk cId="3695307168" sldId="275"/>
            <ac:spMk id="15" creationId="{365A9154-E993-372A-D22A-FC3E6AA78F80}"/>
          </ac:spMkLst>
        </pc:spChg>
        <pc:spChg chg="add mod">
          <ac:chgData name="CHAEHYUN KIM" userId="917a2da12d83d097" providerId="LiveId" clId="{4493D5F9-2714-41DF-9606-F63A7A6BBB04}" dt="2025-01-22T17:19:48.868" v="2144" actId="1076"/>
          <ac:spMkLst>
            <pc:docMk/>
            <pc:sldMk cId="3695307168" sldId="275"/>
            <ac:spMk id="18" creationId="{59069013-84DD-9492-DDDC-F6A28657C67D}"/>
          </ac:spMkLst>
        </pc:spChg>
        <pc:spChg chg="add del mod">
          <ac:chgData name="CHAEHYUN KIM" userId="917a2da12d83d097" providerId="LiveId" clId="{4493D5F9-2714-41DF-9606-F63A7A6BBB04}" dt="2025-01-22T17:16:50.510" v="2087" actId="478"/>
          <ac:spMkLst>
            <pc:docMk/>
            <pc:sldMk cId="3695307168" sldId="275"/>
            <ac:spMk id="20" creationId="{C063CCB9-106B-C21D-71A1-8F4FF55E6D97}"/>
          </ac:spMkLst>
        </pc:spChg>
        <pc:grpChg chg="add del">
          <ac:chgData name="CHAEHYUN KIM" userId="917a2da12d83d097" providerId="LiveId" clId="{4493D5F9-2714-41DF-9606-F63A7A6BBB04}" dt="2025-01-22T17:16:50.510" v="2087" actId="478"/>
          <ac:grpSpMkLst>
            <pc:docMk/>
            <pc:sldMk cId="3695307168" sldId="275"/>
            <ac:grpSpMk id="3" creationId="{5D079430-83E1-C084-0DD1-597A0C088EFA}"/>
          </ac:grpSpMkLst>
        </pc:grpChg>
        <pc:grpChg chg="del">
          <ac:chgData name="CHAEHYUN KIM" userId="917a2da12d83d097" providerId="LiveId" clId="{4493D5F9-2714-41DF-9606-F63A7A6BBB04}" dt="2025-01-22T17:17:40.740" v="2088" actId="478"/>
          <ac:grpSpMkLst>
            <pc:docMk/>
            <pc:sldMk cId="3695307168" sldId="275"/>
            <ac:grpSpMk id="33" creationId="{C63EF196-7A29-839E-BEDB-590F73019CD1}"/>
          </ac:grpSpMkLst>
        </pc:grpChg>
        <pc:picChg chg="add mod modCrop">
          <ac:chgData name="CHAEHYUN KIM" userId="917a2da12d83d097" providerId="LiveId" clId="{4493D5F9-2714-41DF-9606-F63A7A6BBB04}" dt="2025-01-22T17:19:53.491" v="2146" actId="1076"/>
          <ac:picMkLst>
            <pc:docMk/>
            <pc:sldMk cId="3695307168" sldId="275"/>
            <ac:picMk id="4" creationId="{3B0290FD-EC67-184A-42B6-258EB0BD3897}"/>
          </ac:picMkLst>
        </pc:picChg>
        <pc:picChg chg="add mod">
          <ac:chgData name="CHAEHYUN KIM" userId="917a2da12d83d097" providerId="LiveId" clId="{4493D5F9-2714-41DF-9606-F63A7A6BBB04}" dt="2025-01-22T17:19:08.925" v="2111" actId="14100"/>
          <ac:picMkLst>
            <pc:docMk/>
            <pc:sldMk cId="3695307168" sldId="275"/>
            <ac:picMk id="6" creationId="{02833E42-9BD8-E931-0AF5-66026FE48A5E}"/>
          </ac:picMkLst>
        </pc:picChg>
        <pc:picChg chg="add mod">
          <ac:chgData name="CHAEHYUN KIM" userId="917a2da12d83d097" providerId="LiveId" clId="{4493D5F9-2714-41DF-9606-F63A7A6BBB04}" dt="2025-01-22T17:18:58.216" v="2109" actId="1076"/>
          <ac:picMkLst>
            <pc:docMk/>
            <pc:sldMk cId="3695307168" sldId="275"/>
            <ac:picMk id="8" creationId="{16219F28-D954-D7E5-E4E1-7F11A8AD31C9}"/>
          </ac:picMkLst>
        </pc:picChg>
      </pc:sldChg>
      <pc:sldChg chg="addSp modSp add del mod ord">
        <pc:chgData name="CHAEHYUN KIM" userId="917a2da12d83d097" providerId="LiveId" clId="{4493D5F9-2714-41DF-9606-F63A7A6BBB04}" dt="2025-01-23T04:59:18.495" v="15741" actId="47"/>
        <pc:sldMkLst>
          <pc:docMk/>
          <pc:sldMk cId="2088340311" sldId="276"/>
        </pc:sldMkLst>
        <pc:spChg chg="add mod">
          <ac:chgData name="CHAEHYUN KIM" userId="917a2da12d83d097" providerId="LiveId" clId="{4493D5F9-2714-41DF-9606-F63A7A6BBB04}" dt="2025-01-23T00:40:52.130" v="3961" actId="20577"/>
          <ac:spMkLst>
            <pc:docMk/>
            <pc:sldMk cId="2088340311" sldId="276"/>
            <ac:spMk id="3" creationId="{A927193C-9BE6-853D-EEE7-6CFFF02F97AE}"/>
          </ac:spMkLst>
        </pc:spChg>
        <pc:spChg chg="mod">
          <ac:chgData name="CHAEHYUN KIM" userId="917a2da12d83d097" providerId="LiveId" clId="{4493D5F9-2714-41DF-9606-F63A7A6BBB04}" dt="2025-01-22T17:21:13.506" v="2195" actId="20577"/>
          <ac:spMkLst>
            <pc:docMk/>
            <pc:sldMk cId="2088340311" sldId="276"/>
            <ac:spMk id="4" creationId="{2D747438-BCD4-4725-B196-3E8FA4D7808C}"/>
          </ac:spMkLst>
        </pc:spChg>
        <pc:spChg chg="mod">
          <ac:chgData name="CHAEHYUN KIM" userId="917a2da12d83d097" providerId="LiveId" clId="{4493D5F9-2714-41DF-9606-F63A7A6BBB04}" dt="2025-01-22T17:21:18.101" v="2197" actId="20577"/>
          <ac:spMkLst>
            <pc:docMk/>
            <pc:sldMk cId="2088340311" sldId="276"/>
            <ac:spMk id="12" creationId="{350E0CB5-372A-1C54-0C4E-16589CBA6ACF}"/>
          </ac:spMkLst>
        </pc:spChg>
        <pc:spChg chg="mod">
          <ac:chgData name="CHAEHYUN KIM" userId="917a2da12d83d097" providerId="LiveId" clId="{4493D5F9-2714-41DF-9606-F63A7A6BBB04}" dt="2025-01-22T17:20:52.014" v="2160" actId="20577"/>
          <ac:spMkLst>
            <pc:docMk/>
            <pc:sldMk cId="2088340311" sldId="276"/>
            <ac:spMk id="14" creationId="{3C5B5881-77C4-8A35-41E1-985568C227BE}"/>
          </ac:spMkLst>
        </pc:spChg>
      </pc:sldChg>
      <pc:sldChg chg="delSp add del mod">
        <pc:chgData name="CHAEHYUN KIM" userId="917a2da12d83d097" providerId="LiveId" clId="{4493D5F9-2714-41DF-9606-F63A7A6BBB04}" dt="2025-01-23T00:29:52.865" v="3067" actId="47"/>
        <pc:sldMkLst>
          <pc:docMk/>
          <pc:sldMk cId="1068818850" sldId="277"/>
        </pc:sldMkLst>
        <pc:picChg chg="del">
          <ac:chgData name="CHAEHYUN KIM" userId="917a2da12d83d097" providerId="LiveId" clId="{4493D5F9-2714-41DF-9606-F63A7A6BBB04}" dt="2025-01-23T00:29:13.102" v="3066" actId="478"/>
          <ac:picMkLst>
            <pc:docMk/>
            <pc:sldMk cId="1068818850" sldId="277"/>
            <ac:picMk id="8" creationId="{5B63D749-2E85-955B-B9EE-5E7AA92B13E5}"/>
          </ac:picMkLst>
        </pc:picChg>
      </pc:sldChg>
      <pc:sldChg chg="addSp delSp modSp add mod">
        <pc:chgData name="CHAEHYUN KIM" userId="917a2da12d83d097" providerId="LiveId" clId="{4493D5F9-2714-41DF-9606-F63A7A6BBB04}" dt="2025-01-23T00:41:03.706" v="3963" actId="478"/>
        <pc:sldMkLst>
          <pc:docMk/>
          <pc:sldMk cId="1911916504" sldId="277"/>
        </pc:sldMkLst>
        <pc:spChg chg="mod">
          <ac:chgData name="CHAEHYUN KIM" userId="917a2da12d83d097" providerId="LiveId" clId="{4493D5F9-2714-41DF-9606-F63A7A6BBB04}" dt="2025-01-23T00:37:28.672" v="3727" actId="20577"/>
          <ac:spMkLst>
            <pc:docMk/>
            <pc:sldMk cId="1911916504" sldId="277"/>
            <ac:spMk id="9" creationId="{92DB342C-F634-4B0A-9CA3-979E2979E43A}"/>
          </ac:spMkLst>
        </pc:spChg>
        <pc:spChg chg="mod">
          <ac:chgData name="CHAEHYUN KIM" userId="917a2da12d83d097" providerId="LiveId" clId="{4493D5F9-2714-41DF-9606-F63A7A6BBB04}" dt="2025-01-23T00:30:47.310" v="3085" actId="20577"/>
          <ac:spMkLst>
            <pc:docMk/>
            <pc:sldMk cId="1911916504" sldId="277"/>
            <ac:spMk id="24" creationId="{59483C7B-7D83-0D58-8C6A-165A600B0559}"/>
          </ac:spMkLst>
        </pc:spChg>
        <pc:spChg chg="mod">
          <ac:chgData name="CHAEHYUN KIM" userId="917a2da12d83d097" providerId="LiveId" clId="{4493D5F9-2714-41DF-9606-F63A7A6BBB04}" dt="2025-01-23T00:33:17.436" v="3226" actId="20577"/>
          <ac:spMkLst>
            <pc:docMk/>
            <pc:sldMk cId="1911916504" sldId="277"/>
            <ac:spMk id="25" creationId="{C1F2628E-61F6-2F9D-A89F-37EE28C5AD71}"/>
          </ac:spMkLst>
        </pc:spChg>
        <pc:spChg chg="mod">
          <ac:chgData name="CHAEHYUN KIM" userId="917a2da12d83d097" providerId="LiveId" clId="{4493D5F9-2714-41DF-9606-F63A7A6BBB04}" dt="2025-01-23T00:35:29.571" v="3547" actId="20577"/>
          <ac:spMkLst>
            <pc:docMk/>
            <pc:sldMk cId="1911916504" sldId="277"/>
            <ac:spMk id="68" creationId="{2430FC84-C9FE-853C-721B-E83D764C0C7A}"/>
          </ac:spMkLst>
        </pc:spChg>
        <pc:spChg chg="mod">
          <ac:chgData name="CHAEHYUN KIM" userId="917a2da12d83d097" providerId="LiveId" clId="{4493D5F9-2714-41DF-9606-F63A7A6BBB04}" dt="2025-01-23T00:34:56.293" v="3478" actId="20577"/>
          <ac:spMkLst>
            <pc:docMk/>
            <pc:sldMk cId="1911916504" sldId="277"/>
            <ac:spMk id="69" creationId="{379DCEA4-F7D5-B93C-835F-085740728FE7}"/>
          </ac:spMkLst>
        </pc:spChg>
        <pc:spChg chg="mod">
          <ac:chgData name="CHAEHYUN KIM" userId="917a2da12d83d097" providerId="LiveId" clId="{4493D5F9-2714-41DF-9606-F63A7A6BBB04}" dt="2025-01-23T00:35:34.931" v="3564" actId="20577"/>
          <ac:spMkLst>
            <pc:docMk/>
            <pc:sldMk cId="1911916504" sldId="277"/>
            <ac:spMk id="73" creationId="{F3DD9140-4165-88E0-FD23-169DE56F4E77}"/>
          </ac:spMkLst>
        </pc:spChg>
        <pc:spChg chg="mod">
          <ac:chgData name="CHAEHYUN KIM" userId="917a2da12d83d097" providerId="LiveId" clId="{4493D5F9-2714-41DF-9606-F63A7A6BBB04}" dt="2025-01-23T00:37:03.459" v="3709" actId="20577"/>
          <ac:spMkLst>
            <pc:docMk/>
            <pc:sldMk cId="1911916504" sldId="277"/>
            <ac:spMk id="74" creationId="{90F689C5-E26B-19A6-77A2-8A05760B14E0}"/>
          </ac:spMkLst>
        </pc:spChg>
        <pc:grpChg chg="mod">
          <ac:chgData name="CHAEHYUN KIM" userId="917a2da12d83d097" providerId="LiveId" clId="{4493D5F9-2714-41DF-9606-F63A7A6BBB04}" dt="2025-01-23T00:37:45.393" v="3748" actId="1037"/>
          <ac:grpSpMkLst>
            <pc:docMk/>
            <pc:sldMk cId="1911916504" sldId="277"/>
            <ac:grpSpMk id="26" creationId="{51B1CEBD-B667-8E51-838E-FF06D10A1C9D}"/>
          </ac:grpSpMkLst>
        </pc:grpChg>
        <pc:grpChg chg="mod">
          <ac:chgData name="CHAEHYUN KIM" userId="917a2da12d83d097" providerId="LiveId" clId="{4493D5F9-2714-41DF-9606-F63A7A6BBB04}" dt="2025-01-23T00:37:45.393" v="3748" actId="1037"/>
          <ac:grpSpMkLst>
            <pc:docMk/>
            <pc:sldMk cId="1911916504" sldId="277"/>
            <ac:grpSpMk id="66" creationId="{29A9DF52-288B-619C-E542-AF7E8E5CE3BE}"/>
          </ac:grpSpMkLst>
        </pc:grpChg>
        <pc:grpChg chg="mod">
          <ac:chgData name="CHAEHYUN KIM" userId="917a2da12d83d097" providerId="LiveId" clId="{4493D5F9-2714-41DF-9606-F63A7A6BBB04}" dt="2025-01-23T00:37:45.393" v="3748" actId="1037"/>
          <ac:grpSpMkLst>
            <pc:docMk/>
            <pc:sldMk cId="1911916504" sldId="277"/>
            <ac:grpSpMk id="71" creationId="{84815453-59BD-4733-C5F5-1E408B6980C3}"/>
          </ac:grpSpMkLst>
        </pc:grpChg>
        <pc:picChg chg="add del mod">
          <ac:chgData name="CHAEHYUN KIM" userId="917a2da12d83d097" providerId="LiveId" clId="{4493D5F9-2714-41DF-9606-F63A7A6BBB04}" dt="2025-01-23T00:33:05.447" v="3217" actId="478"/>
          <ac:picMkLst>
            <pc:docMk/>
            <pc:sldMk cId="1911916504" sldId="277"/>
            <ac:picMk id="4" creationId="{1ED5071C-82F5-8D88-84A2-5063761B826A}"/>
          </ac:picMkLst>
        </pc:picChg>
        <pc:picChg chg="add del mod">
          <ac:chgData name="CHAEHYUN KIM" userId="917a2da12d83d097" providerId="LiveId" clId="{4493D5F9-2714-41DF-9606-F63A7A6BBB04}" dt="2025-01-23T00:33:05.093" v="3216" actId="22"/>
          <ac:picMkLst>
            <pc:docMk/>
            <pc:sldMk cId="1911916504" sldId="277"/>
            <ac:picMk id="7" creationId="{0060F349-8082-00EF-4FC1-47A43B7F8524}"/>
          </ac:picMkLst>
        </pc:picChg>
        <pc:picChg chg="add del mod">
          <ac:chgData name="CHAEHYUN KIM" userId="917a2da12d83d097" providerId="LiveId" clId="{4493D5F9-2714-41DF-9606-F63A7A6BBB04}" dt="2025-01-23T00:33:04.126" v="3213" actId="22"/>
          <ac:picMkLst>
            <pc:docMk/>
            <pc:sldMk cId="1911916504" sldId="277"/>
            <ac:picMk id="10" creationId="{2188F55D-AE2A-6AD8-392A-567315F04C0C}"/>
          </ac:picMkLst>
        </pc:picChg>
        <pc:picChg chg="add del">
          <ac:chgData name="CHAEHYUN KIM" userId="917a2da12d83d097" providerId="LiveId" clId="{4493D5F9-2714-41DF-9606-F63A7A6BBB04}" dt="2025-01-23T00:41:03.706" v="3963" actId="478"/>
          <ac:picMkLst>
            <pc:docMk/>
            <pc:sldMk cId="1911916504" sldId="277"/>
            <ac:picMk id="13" creationId="{876DA595-AF4B-794E-6B5A-56D35AA4BFF2}"/>
          </ac:picMkLst>
        </pc:picChg>
        <pc:picChg chg="del">
          <ac:chgData name="CHAEHYUN KIM" userId="917a2da12d83d097" providerId="LiveId" clId="{4493D5F9-2714-41DF-9606-F63A7A6BBB04}" dt="2025-01-23T00:30:00.229" v="3070" actId="478"/>
          <ac:picMkLst>
            <pc:docMk/>
            <pc:sldMk cId="1911916504" sldId="277"/>
            <ac:picMk id="14" creationId="{7D2E50C9-5F21-58B7-2D7C-3F37435F761A}"/>
          </ac:picMkLst>
        </pc:picChg>
        <pc:picChg chg="del">
          <ac:chgData name="CHAEHYUN KIM" userId="917a2da12d83d097" providerId="LiveId" clId="{4493D5F9-2714-41DF-9606-F63A7A6BBB04}" dt="2025-01-23T00:30:01.206" v="3071" actId="478"/>
          <ac:picMkLst>
            <pc:docMk/>
            <pc:sldMk cId="1911916504" sldId="277"/>
            <ac:picMk id="16" creationId="{6B8905D5-AEB5-B085-DC5C-8489EBD4D854}"/>
          </ac:picMkLst>
        </pc:picChg>
        <pc:picChg chg="del">
          <ac:chgData name="CHAEHYUN KIM" userId="917a2da12d83d097" providerId="LiveId" clId="{4493D5F9-2714-41DF-9606-F63A7A6BBB04}" dt="2025-01-23T00:30:02.740" v="3072" actId="478"/>
          <ac:picMkLst>
            <pc:docMk/>
            <pc:sldMk cId="1911916504" sldId="277"/>
            <ac:picMk id="18" creationId="{88E8972D-C2E9-A5A7-1355-7CF4E899CDB1}"/>
          </ac:picMkLst>
        </pc:picChg>
        <pc:picChg chg="del">
          <ac:chgData name="CHAEHYUN KIM" userId="917a2da12d83d097" providerId="LiveId" clId="{4493D5F9-2714-41DF-9606-F63A7A6BBB04}" dt="2025-01-23T00:29:58.446" v="3069" actId="478"/>
          <ac:picMkLst>
            <pc:docMk/>
            <pc:sldMk cId="1911916504" sldId="277"/>
            <ac:picMk id="32" creationId="{C4C2D6B9-0439-8CFC-47AE-C3C3D26DF831}"/>
          </ac:picMkLst>
        </pc:picChg>
      </pc:sldChg>
      <pc:sldChg chg="add del">
        <pc:chgData name="CHAEHYUN KIM" userId="917a2da12d83d097" providerId="LiveId" clId="{4493D5F9-2714-41DF-9606-F63A7A6BBB04}" dt="2025-01-23T00:30:04.153" v="3074"/>
        <pc:sldMkLst>
          <pc:docMk/>
          <pc:sldMk cId="460007575" sldId="278"/>
        </pc:sldMkLst>
      </pc:sldChg>
      <pc:sldChg chg="addSp delSp modSp add mod">
        <pc:chgData name="CHAEHYUN KIM" userId="917a2da12d83d097" providerId="LiveId" clId="{4493D5F9-2714-41DF-9606-F63A7A6BBB04}" dt="2025-01-23T01:18:02.895" v="4757" actId="20577"/>
        <pc:sldMkLst>
          <pc:docMk/>
          <pc:sldMk cId="2637741700" sldId="278"/>
        </pc:sldMkLst>
        <pc:spChg chg="mod">
          <ac:chgData name="CHAEHYUN KIM" userId="917a2da12d83d097" providerId="LiveId" clId="{4493D5F9-2714-41DF-9606-F63A7A6BBB04}" dt="2025-01-23T00:38:11.054" v="3765" actId="20577"/>
          <ac:spMkLst>
            <pc:docMk/>
            <pc:sldMk cId="2637741700" sldId="278"/>
            <ac:spMk id="9" creationId="{7737C885-AE3E-3C51-D57E-419EBA3D39AD}"/>
          </ac:spMkLst>
        </pc:spChg>
        <pc:spChg chg="mod">
          <ac:chgData name="CHAEHYUN KIM" userId="917a2da12d83d097" providerId="LiveId" clId="{4493D5F9-2714-41DF-9606-F63A7A6BBB04}" dt="2025-01-23T01:18:02.895" v="4757" actId="20577"/>
          <ac:spMkLst>
            <pc:docMk/>
            <pc:sldMk cId="2637741700" sldId="278"/>
            <ac:spMk id="25" creationId="{392350F5-6CB2-6747-BD2F-9F4499D1C00D}"/>
          </ac:spMkLst>
        </pc:spChg>
        <pc:spChg chg="mod">
          <ac:chgData name="CHAEHYUN KIM" userId="917a2da12d83d097" providerId="LiveId" clId="{4493D5F9-2714-41DF-9606-F63A7A6BBB04}" dt="2025-01-23T00:39:21.840" v="3815" actId="20577"/>
          <ac:spMkLst>
            <pc:docMk/>
            <pc:sldMk cId="2637741700" sldId="278"/>
            <ac:spMk id="68" creationId="{81B25AD5-66E0-4143-AF26-387CCDCBC472}"/>
          </ac:spMkLst>
        </pc:spChg>
        <pc:spChg chg="mod">
          <ac:chgData name="CHAEHYUN KIM" userId="917a2da12d83d097" providerId="LiveId" clId="{4493D5F9-2714-41DF-9606-F63A7A6BBB04}" dt="2025-01-23T00:39:35.356" v="3892" actId="20577"/>
          <ac:spMkLst>
            <pc:docMk/>
            <pc:sldMk cId="2637741700" sldId="278"/>
            <ac:spMk id="69" creationId="{FD29EE1F-5891-8F3C-9EF4-82079F7B86AE}"/>
          </ac:spMkLst>
        </pc:spChg>
        <pc:grpChg chg="mod">
          <ac:chgData name="CHAEHYUN KIM" userId="917a2da12d83d097" providerId="LiveId" clId="{4493D5F9-2714-41DF-9606-F63A7A6BBB04}" dt="2025-01-23T00:40:15.642" v="3958" actId="1036"/>
          <ac:grpSpMkLst>
            <pc:docMk/>
            <pc:sldMk cId="2637741700" sldId="278"/>
            <ac:grpSpMk id="26" creationId="{8CBB59AD-509B-7C19-6C3B-0A81DE2C249C}"/>
          </ac:grpSpMkLst>
        </pc:grpChg>
        <pc:grpChg chg="mod">
          <ac:chgData name="CHAEHYUN KIM" userId="917a2da12d83d097" providerId="LiveId" clId="{4493D5F9-2714-41DF-9606-F63A7A6BBB04}" dt="2025-01-23T00:40:15.642" v="3958" actId="1036"/>
          <ac:grpSpMkLst>
            <pc:docMk/>
            <pc:sldMk cId="2637741700" sldId="278"/>
            <ac:grpSpMk id="66" creationId="{4EB12844-6859-398B-AF71-B64CA71DE7E2}"/>
          </ac:grpSpMkLst>
        </pc:grpChg>
        <pc:grpChg chg="del">
          <ac:chgData name="CHAEHYUN KIM" userId="917a2da12d83d097" providerId="LiveId" clId="{4493D5F9-2714-41DF-9606-F63A7A6BBB04}" dt="2025-01-23T00:39:45.061" v="3893" actId="478"/>
          <ac:grpSpMkLst>
            <pc:docMk/>
            <pc:sldMk cId="2637741700" sldId="278"/>
            <ac:grpSpMk id="71" creationId="{74945984-1FBF-0CF2-D70A-27B008D36748}"/>
          </ac:grpSpMkLst>
        </pc:grpChg>
        <pc:picChg chg="del">
          <ac:chgData name="CHAEHYUN KIM" userId="917a2da12d83d097" providerId="LiveId" clId="{4493D5F9-2714-41DF-9606-F63A7A6BBB04}" dt="2025-01-23T00:38:27.969" v="3766" actId="478"/>
          <ac:picMkLst>
            <pc:docMk/>
            <pc:sldMk cId="2637741700" sldId="278"/>
            <ac:picMk id="4" creationId="{701F51BB-969D-6542-B60C-54BB2CF20D27}"/>
          </ac:picMkLst>
        </pc:picChg>
        <pc:picChg chg="add mod">
          <ac:chgData name="CHAEHYUN KIM" userId="917a2da12d83d097" providerId="LiveId" clId="{4493D5F9-2714-41DF-9606-F63A7A6BBB04}" dt="2025-01-23T00:40:15.642" v="3958" actId="1036"/>
          <ac:picMkLst>
            <pc:docMk/>
            <pc:sldMk cId="2637741700" sldId="278"/>
            <ac:picMk id="6" creationId="{BC893170-DC53-1455-88CD-BC1CD1B1F78D}"/>
          </ac:picMkLst>
        </pc:picChg>
      </pc:sldChg>
      <pc:sldChg chg="addSp delSp modSp add mod ord">
        <pc:chgData name="CHAEHYUN KIM" userId="917a2da12d83d097" providerId="LiveId" clId="{4493D5F9-2714-41DF-9606-F63A7A6BBB04}" dt="2025-01-23T05:00:13.969" v="15751"/>
        <pc:sldMkLst>
          <pc:docMk/>
          <pc:sldMk cId="1820467873" sldId="279"/>
        </pc:sldMkLst>
        <pc:spChg chg="mod">
          <ac:chgData name="CHAEHYUN KIM" userId="917a2da12d83d097" providerId="LiveId" clId="{4493D5F9-2714-41DF-9606-F63A7A6BBB04}" dt="2025-01-23T00:45:41.243" v="4075" actId="20577"/>
          <ac:spMkLst>
            <pc:docMk/>
            <pc:sldMk cId="1820467873" sldId="279"/>
            <ac:spMk id="3" creationId="{1FC45BA4-F0A9-08BE-9CD6-227C5EE1ADE9}"/>
          </ac:spMkLst>
        </pc:spChg>
        <pc:spChg chg="mod">
          <ac:chgData name="CHAEHYUN KIM" userId="917a2da12d83d097" providerId="LiveId" clId="{4493D5F9-2714-41DF-9606-F63A7A6BBB04}" dt="2025-01-23T00:45:01.123" v="3996" actId="20577"/>
          <ac:spMkLst>
            <pc:docMk/>
            <pc:sldMk cId="1820467873" sldId="279"/>
            <ac:spMk id="4" creationId="{2B666413-AD94-5422-1DBA-B01C26A77EEF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820467873" sldId="279"/>
            <ac:spMk id="12" creationId="{E1633BCD-F2B7-577F-9287-B7B907757F1C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820467873" sldId="279"/>
            <ac:spMk id="14" creationId="{F7EB4C50-0EB1-9A1A-3C9C-DD84E7E3FE3A}"/>
          </ac:spMkLst>
        </pc:spChg>
        <pc:picChg chg="add del mod">
          <ac:chgData name="CHAEHYUN KIM" userId="917a2da12d83d097" providerId="LiveId" clId="{4493D5F9-2714-41DF-9606-F63A7A6BBB04}" dt="2025-01-23T01:11:54.856" v="4624" actId="21"/>
          <ac:picMkLst>
            <pc:docMk/>
            <pc:sldMk cId="1820467873" sldId="279"/>
            <ac:picMk id="6" creationId="{02E16FD2-9511-D47D-90D7-9D9C6FC00BF3}"/>
          </ac:picMkLst>
        </pc:picChg>
      </pc:sldChg>
      <pc:sldChg chg="add del">
        <pc:chgData name="CHAEHYUN KIM" userId="917a2da12d83d097" providerId="LiveId" clId="{4493D5F9-2714-41DF-9606-F63A7A6BBB04}" dt="2025-01-23T00:41:13.098" v="3965" actId="47"/>
        <pc:sldMkLst>
          <pc:docMk/>
          <pc:sldMk cId="2121189263" sldId="279"/>
        </pc:sldMkLst>
      </pc:sldChg>
      <pc:sldChg chg="addSp delSp modSp add mod ord">
        <pc:chgData name="CHAEHYUN KIM" userId="917a2da12d83d097" providerId="LiveId" clId="{4493D5F9-2714-41DF-9606-F63A7A6BBB04}" dt="2025-01-23T04:59:49.383" v="15747"/>
        <pc:sldMkLst>
          <pc:docMk/>
          <pc:sldMk cId="3038324840" sldId="280"/>
        </pc:sldMkLst>
        <pc:spChg chg="add del">
          <ac:chgData name="CHAEHYUN KIM" userId="917a2da12d83d097" providerId="LiveId" clId="{4493D5F9-2714-41DF-9606-F63A7A6BBB04}" dt="2025-01-23T00:46:50.135" v="4126" actId="11529"/>
          <ac:spMkLst>
            <pc:docMk/>
            <pc:sldMk cId="3038324840" sldId="280"/>
            <ac:spMk id="3" creationId="{638A3E68-58F4-0C05-8AA0-690157186EBB}"/>
          </ac:spMkLst>
        </pc:spChg>
        <pc:spChg chg="add del">
          <ac:chgData name="CHAEHYUN KIM" userId="917a2da12d83d097" providerId="LiveId" clId="{4493D5F9-2714-41DF-9606-F63A7A6BBB04}" dt="2025-01-23T00:47:04.903" v="4128" actId="11529"/>
          <ac:spMkLst>
            <pc:docMk/>
            <pc:sldMk cId="3038324840" sldId="280"/>
            <ac:spMk id="4" creationId="{3B50DB7A-2062-CFBB-70BC-D07A7FDC5EA3}"/>
          </ac:spMkLst>
        </pc:spChg>
        <pc:spChg chg="add del mod">
          <ac:chgData name="CHAEHYUN KIM" userId="917a2da12d83d097" providerId="LiveId" clId="{4493D5F9-2714-41DF-9606-F63A7A6BBB04}" dt="2025-01-23T01:04:56.315" v="4202" actId="113"/>
          <ac:spMkLst>
            <pc:docMk/>
            <pc:sldMk cId="3038324840" sldId="280"/>
            <ac:spMk id="5" creationId="{8D73331A-92AB-5E3B-338C-FA524E1271D8}"/>
          </ac:spMkLst>
        </pc:spChg>
        <pc:spChg chg="del">
          <ac:chgData name="CHAEHYUN KIM" userId="917a2da12d83d097" providerId="LiveId" clId="{4493D5F9-2714-41DF-9606-F63A7A6BBB04}" dt="2025-01-23T00:46:20.086" v="4118" actId="478"/>
          <ac:spMkLst>
            <pc:docMk/>
            <pc:sldMk cId="3038324840" sldId="280"/>
            <ac:spMk id="6" creationId="{2B4D7260-81B0-9EF1-F76A-866B1945AB6B}"/>
          </ac:spMkLst>
        </pc:spChg>
        <pc:spChg chg="add del mod">
          <ac:chgData name="CHAEHYUN KIM" userId="917a2da12d83d097" providerId="LiveId" clId="{4493D5F9-2714-41DF-9606-F63A7A6BBB04}" dt="2025-01-23T01:05:24.731" v="4254" actId="20577"/>
          <ac:spMkLst>
            <pc:docMk/>
            <pc:sldMk cId="3038324840" sldId="280"/>
            <ac:spMk id="7" creationId="{A2819856-686E-F5CD-8F2E-1FF1BC1D9CB8}"/>
          </ac:spMkLst>
        </pc:spChg>
        <pc:spChg chg="add del mod">
          <ac:chgData name="CHAEHYUN KIM" userId="917a2da12d83d097" providerId="LiveId" clId="{4493D5F9-2714-41DF-9606-F63A7A6BBB04}" dt="2025-01-23T01:05:31.880" v="4279" actId="20577"/>
          <ac:spMkLst>
            <pc:docMk/>
            <pc:sldMk cId="3038324840" sldId="280"/>
            <ac:spMk id="8" creationId="{EFBA8B55-C9AC-9162-6712-6C5C9F823B2B}"/>
          </ac:spMkLst>
        </pc:spChg>
        <pc:spChg chg="add del mod">
          <ac:chgData name="CHAEHYUN KIM" userId="917a2da12d83d097" providerId="LiveId" clId="{4493D5F9-2714-41DF-9606-F63A7A6BBB04}" dt="2025-01-23T01:05:42.253" v="4304" actId="20577"/>
          <ac:spMkLst>
            <pc:docMk/>
            <pc:sldMk cId="3038324840" sldId="280"/>
            <ac:spMk id="9" creationId="{DA9F622E-C709-2B5F-33D0-0F3E176517AF}"/>
          </ac:spMkLst>
        </pc:spChg>
        <pc:spChg chg="add del mod">
          <ac:chgData name="CHAEHYUN KIM" userId="917a2da12d83d097" providerId="LiveId" clId="{4493D5F9-2714-41DF-9606-F63A7A6BBB04}" dt="2025-01-23T01:05:50.111" v="4328" actId="20577"/>
          <ac:spMkLst>
            <pc:docMk/>
            <pc:sldMk cId="3038324840" sldId="280"/>
            <ac:spMk id="10" creationId="{A66C01C6-5E2E-23D7-69ED-1CBA2027D7CB}"/>
          </ac:spMkLst>
        </pc:spChg>
        <pc:spChg chg="add mod">
          <ac:chgData name="CHAEHYUN KIM" userId="917a2da12d83d097" providerId="LiveId" clId="{4493D5F9-2714-41DF-9606-F63A7A6BBB04}" dt="2025-01-23T01:06:22.898" v="4360" actId="20577"/>
          <ac:spMkLst>
            <pc:docMk/>
            <pc:sldMk cId="3038324840" sldId="280"/>
            <ac:spMk id="11" creationId="{4C4ABF67-9510-1A83-2AEB-A7A8F8113E8A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038324840" sldId="280"/>
            <ac:spMk id="12" creationId="{E9ED9851-F471-E7C4-D125-3B3E1A0ACA31}"/>
          </ac:spMkLst>
        </pc:spChg>
        <pc:spChg chg="add mod">
          <ac:chgData name="CHAEHYUN KIM" userId="917a2da12d83d097" providerId="LiveId" clId="{4493D5F9-2714-41DF-9606-F63A7A6BBB04}" dt="2025-01-23T01:08:13.275" v="4553" actId="207"/>
          <ac:spMkLst>
            <pc:docMk/>
            <pc:sldMk cId="3038324840" sldId="280"/>
            <ac:spMk id="13" creationId="{8BEE8019-155D-84DA-235C-DF2116CB7633}"/>
          </ac:spMkLst>
        </pc:spChg>
        <pc:spChg chg="add mod">
          <ac:chgData name="CHAEHYUN KIM" userId="917a2da12d83d097" providerId="LiveId" clId="{4493D5F9-2714-41DF-9606-F63A7A6BBB04}" dt="2025-01-23T01:08:13.275" v="4553" actId="207"/>
          <ac:spMkLst>
            <pc:docMk/>
            <pc:sldMk cId="3038324840" sldId="280"/>
            <ac:spMk id="14" creationId="{7CB3ADAA-AE66-9DDB-AC5F-4CD28B185DB1}"/>
          </ac:spMkLst>
        </pc:spChg>
        <pc:spChg chg="del">
          <ac:chgData name="CHAEHYUN KIM" userId="917a2da12d83d097" providerId="LiveId" clId="{4493D5F9-2714-41DF-9606-F63A7A6BBB04}" dt="2025-01-23T00:46:18.536" v="4117" actId="478"/>
          <ac:spMkLst>
            <pc:docMk/>
            <pc:sldMk cId="3038324840" sldId="280"/>
            <ac:spMk id="15" creationId="{8C22B497-C19F-5999-C7D9-18A623D3CD46}"/>
          </ac:spMkLst>
        </pc:spChg>
        <pc:spChg chg="del">
          <ac:chgData name="CHAEHYUN KIM" userId="917a2da12d83d097" providerId="LiveId" clId="{4493D5F9-2714-41DF-9606-F63A7A6BBB04}" dt="2025-01-23T00:46:21.834" v="4119" actId="478"/>
          <ac:spMkLst>
            <pc:docMk/>
            <pc:sldMk cId="3038324840" sldId="280"/>
            <ac:spMk id="16" creationId="{DED6643F-AE86-8B45-797B-EA1B2ADA55E6}"/>
          </ac:spMkLst>
        </pc:spChg>
        <pc:spChg chg="del">
          <ac:chgData name="CHAEHYUN KIM" userId="917a2da12d83d097" providerId="LiveId" clId="{4493D5F9-2714-41DF-9606-F63A7A6BBB04}" dt="2025-01-23T00:46:23.720" v="4120" actId="478"/>
          <ac:spMkLst>
            <pc:docMk/>
            <pc:sldMk cId="3038324840" sldId="280"/>
            <ac:spMk id="17" creationId="{436A0437-C578-9F97-D5B7-DA72275E8A28}"/>
          </ac:spMkLst>
        </pc:spChg>
        <pc:spChg chg="mod">
          <ac:chgData name="CHAEHYUN KIM" userId="917a2da12d83d097" providerId="LiveId" clId="{4493D5F9-2714-41DF-9606-F63A7A6BBB04}" dt="2025-01-23T01:09:44.956" v="4564" actId="20577"/>
          <ac:spMkLst>
            <pc:docMk/>
            <pc:sldMk cId="3038324840" sldId="280"/>
            <ac:spMk id="18" creationId="{14ECEE60-462E-4B5D-E1E8-0E93CE6B2FEC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038324840" sldId="280"/>
            <ac:spMk id="19" creationId="{BDDC6775-51C3-3E5D-7092-6B22F191ADF8}"/>
          </ac:spMkLst>
        </pc:spChg>
        <pc:spChg chg="add mod">
          <ac:chgData name="CHAEHYUN KIM" userId="917a2da12d83d097" providerId="LiveId" clId="{4493D5F9-2714-41DF-9606-F63A7A6BBB04}" dt="2025-01-23T01:08:13.275" v="4553" actId="207"/>
          <ac:spMkLst>
            <pc:docMk/>
            <pc:sldMk cId="3038324840" sldId="280"/>
            <ac:spMk id="20" creationId="{23354538-8EBB-3125-B318-271A4EFED261}"/>
          </ac:spMkLst>
        </pc:spChg>
        <pc:spChg chg="add mod">
          <ac:chgData name="CHAEHYUN KIM" userId="917a2da12d83d097" providerId="LiveId" clId="{4493D5F9-2714-41DF-9606-F63A7A6BBB04}" dt="2025-01-23T01:08:13.275" v="4553" actId="207"/>
          <ac:spMkLst>
            <pc:docMk/>
            <pc:sldMk cId="3038324840" sldId="280"/>
            <ac:spMk id="22" creationId="{9356BD63-D716-489B-289C-65080635E07B}"/>
          </ac:spMkLst>
        </pc:spChg>
        <pc:cxnChg chg="del">
          <ac:chgData name="CHAEHYUN KIM" userId="917a2da12d83d097" providerId="LiveId" clId="{4493D5F9-2714-41DF-9606-F63A7A6BBB04}" dt="2025-01-23T00:46:28.196" v="4122" actId="478"/>
          <ac:cxnSpMkLst>
            <pc:docMk/>
            <pc:sldMk cId="3038324840" sldId="280"/>
            <ac:cxnSpMk id="26" creationId="{B39BB6AD-12E1-792C-BB28-2D1F731FA00E}"/>
          </ac:cxnSpMkLst>
        </pc:cxnChg>
        <pc:cxnChg chg="del">
          <ac:chgData name="CHAEHYUN KIM" userId="917a2da12d83d097" providerId="LiveId" clId="{4493D5F9-2714-41DF-9606-F63A7A6BBB04}" dt="2025-01-23T00:46:25.975" v="4121" actId="478"/>
          <ac:cxnSpMkLst>
            <pc:docMk/>
            <pc:sldMk cId="3038324840" sldId="280"/>
            <ac:cxnSpMk id="33" creationId="{0D399571-2E86-0333-C82D-9FFE020F940B}"/>
          </ac:cxnSpMkLst>
        </pc:cxn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3276855317" sldId="281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276855317" sldId="281"/>
            <ac:spMk id="3" creationId="{BC628002-692E-8641-5E5D-05EAC77C9725}"/>
          </ac:spMkLst>
        </pc:spChg>
        <pc:spChg chg="mod">
          <ac:chgData name="CHAEHYUN KIM" userId="917a2da12d83d097" providerId="LiveId" clId="{4493D5F9-2714-41DF-9606-F63A7A6BBB04}" dt="2025-01-23T01:10:33.111" v="4611" actId="20577"/>
          <ac:spMkLst>
            <pc:docMk/>
            <pc:sldMk cId="3276855317" sldId="281"/>
            <ac:spMk id="9" creationId="{71643692-19C4-F3B5-B76A-659352F4703E}"/>
          </ac:spMkLst>
        </pc:spChg>
        <pc:spChg chg="add mod">
          <ac:chgData name="CHAEHYUN KIM" userId="917a2da12d83d097" providerId="LiveId" clId="{4493D5F9-2714-41DF-9606-F63A7A6BBB04}" dt="2025-01-23T01:20:15.868" v="5029" actId="164"/>
          <ac:spMkLst>
            <pc:docMk/>
            <pc:sldMk cId="3276855317" sldId="281"/>
            <ac:spMk id="10" creationId="{F1B84A8F-E93A-E672-51E3-AFEFD1572FB3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276855317" sldId="281"/>
            <ac:spMk id="12" creationId="{65E2A10E-83A8-B46E-B553-D8422503B3F2}"/>
          </ac:spMkLst>
        </pc:spChg>
        <pc:spChg chg="add mod">
          <ac:chgData name="CHAEHYUN KIM" userId="917a2da12d83d097" providerId="LiveId" clId="{4493D5F9-2714-41DF-9606-F63A7A6BBB04}" dt="2025-01-23T01:20:15.868" v="5029" actId="164"/>
          <ac:spMkLst>
            <pc:docMk/>
            <pc:sldMk cId="3276855317" sldId="281"/>
            <ac:spMk id="16" creationId="{31948378-13F2-8DC9-DBAF-15FBD4C06FFC}"/>
          </ac:spMkLst>
        </pc:spChg>
        <pc:spChg chg="add mod">
          <ac:chgData name="CHAEHYUN KIM" userId="917a2da12d83d097" providerId="LiveId" clId="{4493D5F9-2714-41DF-9606-F63A7A6BBB04}" dt="2025-01-23T01:20:13.216" v="5028" actId="164"/>
          <ac:spMkLst>
            <pc:docMk/>
            <pc:sldMk cId="3276855317" sldId="281"/>
            <ac:spMk id="17" creationId="{D6474E96-6C2C-7AE1-A9E4-E3529362CE7C}"/>
          </ac:spMkLst>
        </pc:spChg>
        <pc:spChg chg="add mod">
          <ac:chgData name="CHAEHYUN KIM" userId="917a2da12d83d097" providerId="LiveId" clId="{4493D5F9-2714-41DF-9606-F63A7A6BBB04}" dt="2025-01-23T01:20:13.216" v="5028" actId="164"/>
          <ac:spMkLst>
            <pc:docMk/>
            <pc:sldMk cId="3276855317" sldId="281"/>
            <ac:spMk id="18" creationId="{BB55BB2D-A5F9-C241-6E95-04B0EAC04C86}"/>
          </ac:spMkLst>
        </pc:spChg>
        <pc:grpChg chg="add mod">
          <ac:chgData name="CHAEHYUN KIM" userId="917a2da12d83d097" providerId="LiveId" clId="{4493D5F9-2714-41DF-9606-F63A7A6BBB04}" dt="2025-01-23T01:20:32.180" v="5073" actId="1035"/>
          <ac:grpSpMkLst>
            <pc:docMk/>
            <pc:sldMk cId="3276855317" sldId="281"/>
            <ac:grpSpMk id="19" creationId="{9D642D48-EE36-B434-6698-329D06B06D79}"/>
          </ac:grpSpMkLst>
        </pc:grpChg>
        <pc:grpChg chg="add mod">
          <ac:chgData name="CHAEHYUN KIM" userId="917a2da12d83d097" providerId="LiveId" clId="{4493D5F9-2714-41DF-9606-F63A7A6BBB04}" dt="2025-01-23T01:20:32.180" v="5073" actId="1035"/>
          <ac:grpSpMkLst>
            <pc:docMk/>
            <pc:sldMk cId="3276855317" sldId="281"/>
            <ac:grpSpMk id="20" creationId="{9C52F535-36AA-2C30-0AD1-F77D5FC06ECB}"/>
          </ac:grpSpMkLst>
        </pc:grpChg>
        <pc:grpChg chg="del mod">
          <ac:chgData name="CHAEHYUN KIM" userId="917a2da12d83d097" providerId="LiveId" clId="{4493D5F9-2714-41DF-9606-F63A7A6BBB04}" dt="2025-01-23T01:16:17.285" v="4714" actId="478"/>
          <ac:grpSpMkLst>
            <pc:docMk/>
            <pc:sldMk cId="3276855317" sldId="281"/>
            <ac:grpSpMk id="26" creationId="{9355E410-E27C-1F88-3F5B-54FB7D0F7DFA}"/>
          </ac:grpSpMkLst>
        </pc:grpChg>
        <pc:grpChg chg="del">
          <ac:chgData name="CHAEHYUN KIM" userId="917a2da12d83d097" providerId="LiveId" clId="{4493D5F9-2714-41DF-9606-F63A7A6BBB04}" dt="2025-01-23T01:16:19.824" v="4715" actId="478"/>
          <ac:grpSpMkLst>
            <pc:docMk/>
            <pc:sldMk cId="3276855317" sldId="281"/>
            <ac:grpSpMk id="66" creationId="{E62011DD-B1BB-3EDB-404F-BAFE78234FF0}"/>
          </ac:grpSpMkLst>
        </pc:grpChg>
        <pc:picChg chg="add mod">
          <ac:chgData name="CHAEHYUN KIM" userId="917a2da12d83d097" providerId="LiveId" clId="{4493D5F9-2714-41DF-9606-F63A7A6BBB04}" dt="2025-01-23T01:20:32.180" v="5073" actId="1035"/>
          <ac:picMkLst>
            <pc:docMk/>
            <pc:sldMk cId="3276855317" sldId="281"/>
            <ac:picMk id="4" creationId="{FAA63BF9-40D0-0CC2-9038-201430A95058}"/>
          </ac:picMkLst>
        </pc:picChg>
        <pc:picChg chg="del">
          <ac:chgData name="CHAEHYUN KIM" userId="917a2da12d83d097" providerId="LiveId" clId="{4493D5F9-2714-41DF-9606-F63A7A6BBB04}" dt="2025-01-23T01:13:43.387" v="4695" actId="478"/>
          <ac:picMkLst>
            <pc:docMk/>
            <pc:sldMk cId="3276855317" sldId="281"/>
            <ac:picMk id="6" creationId="{19E6E5CE-7E93-5503-A4C7-D0A7FC92BCD7}"/>
          </ac:picMkLst>
        </pc:picChg>
        <pc:picChg chg="add del mod modCrop">
          <ac:chgData name="CHAEHYUN KIM" userId="917a2da12d83d097" providerId="LiveId" clId="{4493D5F9-2714-41DF-9606-F63A7A6BBB04}" dt="2025-01-23T01:17:35.350" v="4723" actId="478"/>
          <ac:picMkLst>
            <pc:docMk/>
            <pc:sldMk cId="3276855317" sldId="281"/>
            <ac:picMk id="8" creationId="{C7925BE4-2E8C-3C19-023D-5533103E9BF8}"/>
          </ac:picMkLst>
        </pc:picChg>
        <pc:picChg chg="add mod">
          <ac:chgData name="CHAEHYUN KIM" userId="917a2da12d83d097" providerId="LiveId" clId="{4493D5F9-2714-41DF-9606-F63A7A6BBB04}" dt="2025-01-23T01:20:32.180" v="5073" actId="1035"/>
          <ac:picMkLst>
            <pc:docMk/>
            <pc:sldMk cId="3276855317" sldId="281"/>
            <ac:picMk id="13" creationId="{BEF1280E-EB35-7128-2B5B-EC63E1D19E9C}"/>
          </ac:picMkLst>
        </pc:picChg>
        <pc:picChg chg="add del">
          <ac:chgData name="CHAEHYUN KIM" userId="917a2da12d83d097" providerId="LiveId" clId="{4493D5F9-2714-41DF-9606-F63A7A6BBB04}" dt="2025-01-23T01:18:07.022" v="4759" actId="22"/>
          <ac:picMkLst>
            <pc:docMk/>
            <pc:sldMk cId="3276855317" sldId="281"/>
            <ac:picMk id="15" creationId="{B6F2E565-3B92-CA65-B4E3-A45F38131861}"/>
          </ac:picMkLst>
        </pc:picChg>
      </pc:sldChg>
      <pc:sldChg chg="addSp delSp modSp add mod ord">
        <pc:chgData name="CHAEHYUN KIM" userId="917a2da12d83d097" providerId="LiveId" clId="{4493D5F9-2714-41DF-9606-F63A7A6BBB04}" dt="2025-01-23T04:58:59.560" v="15738"/>
        <pc:sldMkLst>
          <pc:docMk/>
          <pc:sldMk cId="676871493" sldId="282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676871493" sldId="282"/>
            <ac:spMk id="3" creationId="{93031127-705C-736E-9FA8-30DE17C8076F}"/>
          </ac:spMkLst>
        </pc:spChg>
        <pc:spChg chg="mod topLvl">
          <ac:chgData name="CHAEHYUN KIM" userId="917a2da12d83d097" providerId="LiveId" clId="{4493D5F9-2714-41DF-9606-F63A7A6BBB04}" dt="2025-01-23T02:20:31.445" v="9303" actId="1076"/>
          <ac:spMkLst>
            <pc:docMk/>
            <pc:sldMk cId="676871493" sldId="282"/>
            <ac:spMk id="7" creationId="{EC6B9E2F-F9EF-0149-8246-7197B59B3298}"/>
          </ac:spMkLst>
        </pc:spChg>
        <pc:spChg chg="del mod topLvl">
          <ac:chgData name="CHAEHYUN KIM" userId="917a2da12d83d097" providerId="LiveId" clId="{4493D5F9-2714-41DF-9606-F63A7A6BBB04}" dt="2025-01-23T01:13:00.066" v="4691" actId="478"/>
          <ac:spMkLst>
            <pc:docMk/>
            <pc:sldMk cId="676871493" sldId="282"/>
            <ac:spMk id="8" creationId="{2F8BFD23-D6F9-0572-E3DB-1C8C3DCE317C}"/>
          </ac:spMkLst>
        </pc:spChg>
        <pc:spChg chg="mod">
          <ac:chgData name="CHAEHYUN KIM" userId="917a2da12d83d097" providerId="LiveId" clId="{4493D5F9-2714-41DF-9606-F63A7A6BBB04}" dt="2025-01-23T01:12:27.093" v="4657"/>
          <ac:spMkLst>
            <pc:docMk/>
            <pc:sldMk cId="676871493" sldId="282"/>
            <ac:spMk id="9" creationId="{6CE593CF-9536-8BC9-3F76-1AC3C9E733F4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676871493" sldId="282"/>
            <ac:spMk id="12" creationId="{F8EFADC3-E84C-CB21-7CE4-26D0BAEB7455}"/>
          </ac:spMkLst>
        </pc:spChg>
        <pc:spChg chg="add mod">
          <ac:chgData name="CHAEHYUN KIM" userId="917a2da12d83d097" providerId="LiveId" clId="{4493D5F9-2714-41DF-9606-F63A7A6BBB04}" dt="2025-01-23T02:20:47.920" v="9321" actId="1076"/>
          <ac:spMkLst>
            <pc:docMk/>
            <pc:sldMk cId="676871493" sldId="282"/>
            <ac:spMk id="15" creationId="{21DD65B3-908A-94EC-B659-8A828295555F}"/>
          </ac:spMkLst>
        </pc:spChg>
        <pc:spChg chg="del topLvl">
          <ac:chgData name="CHAEHYUN KIM" userId="917a2da12d83d097" providerId="LiveId" clId="{4493D5F9-2714-41DF-9606-F63A7A6BBB04}" dt="2025-01-23T01:11:48.546" v="4621" actId="478"/>
          <ac:spMkLst>
            <pc:docMk/>
            <pc:sldMk cId="676871493" sldId="282"/>
            <ac:spMk id="68" creationId="{E70D1BCB-5017-42BA-08F3-163B8A079105}"/>
          </ac:spMkLst>
        </pc:spChg>
        <pc:spChg chg="del mod topLvl">
          <ac:chgData name="CHAEHYUN KIM" userId="917a2da12d83d097" providerId="LiveId" clId="{4493D5F9-2714-41DF-9606-F63A7A6BBB04}" dt="2025-01-23T01:11:51.875" v="4623" actId="478"/>
          <ac:spMkLst>
            <pc:docMk/>
            <pc:sldMk cId="676871493" sldId="282"/>
            <ac:spMk id="69" creationId="{BF1C7748-1826-26FF-CF3B-2719418D2B74}"/>
          </ac:spMkLst>
        </pc:spChg>
        <pc:grpChg chg="add del mod">
          <ac:chgData name="CHAEHYUN KIM" userId="917a2da12d83d097" providerId="LiveId" clId="{4493D5F9-2714-41DF-9606-F63A7A6BBB04}" dt="2025-01-23T01:13:00.066" v="4691" actId="478"/>
          <ac:grpSpMkLst>
            <pc:docMk/>
            <pc:sldMk cId="676871493" sldId="282"/>
            <ac:grpSpMk id="4" creationId="{1B64C4EB-BEE4-2A53-80FD-F8AB04C6EE03}"/>
          </ac:grpSpMkLst>
        </pc:grpChg>
        <pc:grpChg chg="del">
          <ac:chgData name="CHAEHYUN KIM" userId="917a2da12d83d097" providerId="LiveId" clId="{4493D5F9-2714-41DF-9606-F63A7A6BBB04}" dt="2025-01-23T01:11:45.894" v="4620" actId="478"/>
          <ac:grpSpMkLst>
            <pc:docMk/>
            <pc:sldMk cId="676871493" sldId="282"/>
            <ac:grpSpMk id="26" creationId="{654533EC-8FEB-5805-1925-41595C3B161D}"/>
          </ac:grpSpMkLst>
        </pc:grpChg>
        <pc:grpChg chg="del">
          <ac:chgData name="CHAEHYUN KIM" userId="917a2da12d83d097" providerId="LiveId" clId="{4493D5F9-2714-41DF-9606-F63A7A6BBB04}" dt="2025-01-23T01:11:48.546" v="4621" actId="478"/>
          <ac:grpSpMkLst>
            <pc:docMk/>
            <pc:sldMk cId="676871493" sldId="282"/>
            <ac:grpSpMk id="66" creationId="{612D976E-FEA1-2546-FE3D-118833F50D9C}"/>
          </ac:grpSpMkLst>
        </pc:grpChg>
        <pc:picChg chg="add mod">
          <ac:chgData name="CHAEHYUN KIM" userId="917a2da12d83d097" providerId="LiveId" clId="{4493D5F9-2714-41DF-9606-F63A7A6BBB04}" dt="2025-01-23T02:19:49.247" v="9292" actId="1076"/>
          <ac:picMkLst>
            <pc:docMk/>
            <pc:sldMk cId="676871493" sldId="282"/>
            <ac:picMk id="2" creationId="{02E16FD2-9511-D47D-90D7-9D9C6FC00BF3}"/>
          </ac:picMkLst>
        </pc:picChg>
        <pc:picChg chg="del">
          <ac:chgData name="CHAEHYUN KIM" userId="917a2da12d83d097" providerId="LiveId" clId="{4493D5F9-2714-41DF-9606-F63A7A6BBB04}" dt="2025-01-23T01:11:43.829" v="4619" actId="478"/>
          <ac:picMkLst>
            <pc:docMk/>
            <pc:sldMk cId="676871493" sldId="282"/>
            <ac:picMk id="6" creationId="{FA6A0657-1842-9637-F0E0-C1DD8B0C47B3}"/>
          </ac:picMkLst>
        </pc:picChg>
        <pc:picChg chg="add mod">
          <ac:chgData name="CHAEHYUN KIM" userId="917a2da12d83d097" providerId="LiveId" clId="{4493D5F9-2714-41DF-9606-F63A7A6BBB04}" dt="2025-01-23T02:20:20.974" v="9299" actId="1076"/>
          <ac:picMkLst>
            <pc:docMk/>
            <pc:sldMk cId="676871493" sldId="282"/>
            <ac:picMk id="11" creationId="{D7174248-74E2-1A70-0504-3A128D96FDCF}"/>
          </ac:picMkLst>
        </pc:picChg>
        <pc:picChg chg="add mod">
          <ac:chgData name="CHAEHYUN KIM" userId="917a2da12d83d097" providerId="LiveId" clId="{4493D5F9-2714-41DF-9606-F63A7A6BBB04}" dt="2025-01-23T02:20:26.914" v="9302" actId="1076"/>
          <ac:picMkLst>
            <pc:docMk/>
            <pc:sldMk cId="676871493" sldId="282"/>
            <ac:picMk id="14" creationId="{D1F87C9D-F736-4097-EDA8-D50D62835306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3282488821" sldId="283"/>
        </pc:sldMkLst>
        <pc:spChg chg="add mod">
          <ac:chgData name="CHAEHYUN KIM" userId="917a2da12d83d097" providerId="LiveId" clId="{4493D5F9-2714-41DF-9606-F63A7A6BBB04}" dt="2025-01-23T04:58:59.560" v="15738"/>
          <ac:spMkLst>
            <pc:docMk/>
            <pc:sldMk cId="3282488821" sldId="283"/>
            <ac:spMk id="2" creationId="{A947141A-A0F3-7228-2D38-8B8E3D3D17A9}"/>
          </ac:spMkLst>
        </pc:spChg>
        <pc:spChg chg="del">
          <ac:chgData name="CHAEHYUN KIM" userId="917a2da12d83d097" providerId="LiveId" clId="{4493D5F9-2714-41DF-9606-F63A7A6BBB04}" dt="2025-01-23T01:21:16.581" v="5080" actId="478"/>
          <ac:spMkLst>
            <pc:docMk/>
            <pc:sldMk cId="3282488821" sldId="283"/>
            <ac:spMk id="3" creationId="{34375161-EBD3-6416-8912-914A987B9ADF}"/>
          </ac:spMkLst>
        </pc:spChg>
        <pc:spChg chg="add mod">
          <ac:chgData name="CHAEHYUN KIM" userId="917a2da12d83d097" providerId="LiveId" clId="{4493D5F9-2714-41DF-9606-F63A7A6BBB04}" dt="2025-01-23T01:22:26.351" v="5132" actId="20577"/>
          <ac:spMkLst>
            <pc:docMk/>
            <pc:sldMk cId="3282488821" sldId="283"/>
            <ac:spMk id="7" creationId="{E67AD793-D5DD-E7A1-4BE7-935A8F3CC032}"/>
          </ac:spMkLst>
        </pc:spChg>
        <pc:spChg chg="del mod">
          <ac:chgData name="CHAEHYUN KIM" userId="917a2da12d83d097" providerId="LiveId" clId="{4493D5F9-2714-41DF-9606-F63A7A6BBB04}" dt="2025-01-23T01:21:13.764" v="5078" actId="478"/>
          <ac:spMkLst>
            <pc:docMk/>
            <pc:sldMk cId="3282488821" sldId="283"/>
            <ac:spMk id="9" creationId="{65E621AB-645B-6F29-C54E-2F27B84C9642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282488821" sldId="283"/>
            <ac:spMk id="12" creationId="{B9D46768-1777-2CCF-6F4F-53257751C2AF}"/>
          </ac:spMkLst>
        </pc:spChg>
        <pc:spChg chg="mod">
          <ac:chgData name="CHAEHYUN KIM" userId="917a2da12d83d097" providerId="LiveId" clId="{4493D5F9-2714-41DF-9606-F63A7A6BBB04}" dt="2025-01-23T01:23:21.220" v="5162" actId="20577"/>
          <ac:spMkLst>
            <pc:docMk/>
            <pc:sldMk cId="3282488821" sldId="283"/>
            <ac:spMk id="24" creationId="{4DDC1DED-E3C1-9156-947C-275946F09182}"/>
          </ac:spMkLst>
        </pc:spChg>
        <pc:spChg chg="mod">
          <ac:chgData name="CHAEHYUN KIM" userId="917a2da12d83d097" providerId="LiveId" clId="{4493D5F9-2714-41DF-9606-F63A7A6BBB04}" dt="2025-01-23T01:28:36.835" v="5976" actId="20577"/>
          <ac:spMkLst>
            <pc:docMk/>
            <pc:sldMk cId="3282488821" sldId="283"/>
            <ac:spMk id="25" creationId="{35C49CB9-B28D-6F36-6A02-CD668B231FD5}"/>
          </ac:spMkLst>
        </pc:spChg>
        <pc:spChg chg="mod">
          <ac:chgData name="CHAEHYUN KIM" userId="917a2da12d83d097" providerId="LiveId" clId="{4493D5F9-2714-41DF-9606-F63A7A6BBB04}" dt="2025-01-23T01:29:56.466" v="6203" actId="20577"/>
          <ac:spMkLst>
            <pc:docMk/>
            <pc:sldMk cId="3282488821" sldId="283"/>
            <ac:spMk id="68" creationId="{C7F281D3-AD32-DC9D-DDBF-CBC5A891E5E4}"/>
          </ac:spMkLst>
        </pc:spChg>
        <pc:spChg chg="mod">
          <ac:chgData name="CHAEHYUN KIM" userId="917a2da12d83d097" providerId="LiveId" clId="{4493D5F9-2714-41DF-9606-F63A7A6BBB04}" dt="2025-01-23T01:30:02.850" v="6220" actId="20577"/>
          <ac:spMkLst>
            <pc:docMk/>
            <pc:sldMk cId="3282488821" sldId="283"/>
            <ac:spMk id="69" creationId="{572992D5-BECA-EE8B-BC11-A6976F859ED8}"/>
          </ac:spMkLst>
        </pc:spChg>
        <pc:grpChg chg="mod">
          <ac:chgData name="CHAEHYUN KIM" userId="917a2da12d83d097" providerId="LiveId" clId="{4493D5F9-2714-41DF-9606-F63A7A6BBB04}" dt="2025-01-23T01:25:40.799" v="5399" actId="1076"/>
          <ac:grpSpMkLst>
            <pc:docMk/>
            <pc:sldMk cId="3282488821" sldId="283"/>
            <ac:grpSpMk id="26" creationId="{E87E7671-E6C9-2783-9F38-2D9845A7E59E}"/>
          </ac:grpSpMkLst>
        </pc:grpChg>
        <pc:grpChg chg="mod">
          <ac:chgData name="CHAEHYUN KIM" userId="917a2da12d83d097" providerId="LiveId" clId="{4493D5F9-2714-41DF-9606-F63A7A6BBB04}" dt="2025-01-23T01:30:08.957" v="6221" actId="1076"/>
          <ac:grpSpMkLst>
            <pc:docMk/>
            <pc:sldMk cId="3282488821" sldId="283"/>
            <ac:grpSpMk id="66" creationId="{E4DE860A-716B-AA49-A3A2-E58D1273D5BB}"/>
          </ac:grpSpMkLst>
        </pc:grpChg>
        <pc:picChg chg="del">
          <ac:chgData name="CHAEHYUN KIM" userId="917a2da12d83d097" providerId="LiveId" clId="{4493D5F9-2714-41DF-9606-F63A7A6BBB04}" dt="2025-01-23T01:21:23.368" v="5084" actId="478"/>
          <ac:picMkLst>
            <pc:docMk/>
            <pc:sldMk cId="3282488821" sldId="283"/>
            <ac:picMk id="6" creationId="{3116804E-0905-C694-1618-E2C43DDF0176}"/>
          </ac:picMkLst>
        </pc:picChg>
        <pc:picChg chg="add mod">
          <ac:chgData name="CHAEHYUN KIM" userId="917a2da12d83d097" providerId="LiveId" clId="{4493D5F9-2714-41DF-9606-F63A7A6BBB04}" dt="2025-01-23T01:22:11.199" v="5088" actId="1076"/>
          <ac:picMkLst>
            <pc:docMk/>
            <pc:sldMk cId="3282488821" sldId="283"/>
            <ac:picMk id="10" creationId="{AF355566-D1F7-0D5E-FDD2-24C42E149AC7}"/>
          </ac:picMkLst>
        </pc:picChg>
        <pc:picChg chg="add del mod">
          <ac:chgData name="CHAEHYUN KIM" userId="917a2da12d83d097" providerId="LiveId" clId="{4493D5F9-2714-41DF-9606-F63A7A6BBB04}" dt="2025-01-23T01:24:13.739" v="5174" actId="22"/>
          <ac:picMkLst>
            <pc:docMk/>
            <pc:sldMk cId="3282488821" sldId="283"/>
            <ac:picMk id="13" creationId="{32FF9399-8B0F-7284-CD41-0F961D055DF2}"/>
          </ac:picMkLst>
        </pc:picChg>
        <pc:cxnChg chg="add mod">
          <ac:chgData name="CHAEHYUN KIM" userId="917a2da12d83d097" providerId="LiveId" clId="{4493D5F9-2714-41DF-9606-F63A7A6BBB04}" dt="2025-01-23T01:21:16.891" v="5081"/>
          <ac:cxnSpMkLst>
            <pc:docMk/>
            <pc:sldMk cId="3282488821" sldId="283"/>
            <ac:cxnSpMk id="4" creationId="{EB0A5015-C336-D843-27FC-5DE204D32197}"/>
          </ac:cxnSpMkLst>
        </pc:cxnChg>
        <pc:cxnChg chg="del">
          <ac:chgData name="CHAEHYUN KIM" userId="917a2da12d83d097" providerId="LiveId" clId="{4493D5F9-2714-41DF-9606-F63A7A6BBB04}" dt="2025-01-23T01:21:14.495" v="5079" actId="478"/>
          <ac:cxnSpMkLst>
            <pc:docMk/>
            <pc:sldMk cId="3282488821" sldId="283"/>
            <ac:cxnSpMk id="5" creationId="{F424A494-9586-F82D-71CC-CC571875C908}"/>
          </ac:cxnSpMkLst>
        </pc:cxnChg>
      </pc:sldChg>
      <pc:sldChg chg="addSp delSp modSp add mod ord">
        <pc:chgData name="CHAEHYUN KIM" userId="917a2da12d83d097" providerId="LiveId" clId="{4493D5F9-2714-41DF-9606-F63A7A6BBB04}" dt="2025-01-23T04:58:59.560" v="15738"/>
        <pc:sldMkLst>
          <pc:docMk/>
          <pc:sldMk cId="260339271" sldId="284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60339271" sldId="284"/>
            <ac:spMk id="3" creationId="{D5761384-3F61-5F8D-E456-0EE1E48C803F}"/>
          </ac:spMkLst>
        </pc:spChg>
        <pc:spChg chg="mod">
          <ac:chgData name="CHAEHYUN KIM" userId="917a2da12d83d097" providerId="LiveId" clId="{4493D5F9-2714-41DF-9606-F63A7A6BBB04}" dt="2025-01-23T01:31:31.235" v="6261" actId="20577"/>
          <ac:spMkLst>
            <pc:docMk/>
            <pc:sldMk cId="260339271" sldId="284"/>
            <ac:spMk id="9" creationId="{8B1BD214-A965-0B61-9145-674C9457B1B0}"/>
          </ac:spMkLst>
        </pc:spChg>
        <pc:spChg chg="mod">
          <ac:chgData name="CHAEHYUN KIM" userId="917a2da12d83d097" providerId="LiveId" clId="{4493D5F9-2714-41DF-9606-F63A7A6BBB04}" dt="2025-01-23T01:37:22.785" v="6280" actId="20577"/>
          <ac:spMkLst>
            <pc:docMk/>
            <pc:sldMk cId="260339271" sldId="284"/>
            <ac:spMk id="10" creationId="{E6D1FF9A-6E91-F47F-1E0F-AB0AD0437DEF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60339271" sldId="284"/>
            <ac:spMk id="12" creationId="{17A9B641-5B16-3989-AC9A-297E3C85CC4E}"/>
          </ac:spMkLst>
        </pc:spChg>
        <pc:spChg chg="mod">
          <ac:chgData name="CHAEHYUN KIM" userId="917a2da12d83d097" providerId="LiveId" clId="{4493D5F9-2714-41DF-9606-F63A7A6BBB04}" dt="2025-01-23T01:38:16.435" v="6469" actId="20577"/>
          <ac:spMkLst>
            <pc:docMk/>
            <pc:sldMk cId="260339271" sldId="284"/>
            <ac:spMk id="16" creationId="{E6D0A05A-E733-475F-A45E-E3ED94EB0AF2}"/>
          </ac:spMkLst>
        </pc:spChg>
        <pc:spChg chg="mod">
          <ac:chgData name="CHAEHYUN KIM" userId="917a2da12d83d097" providerId="LiveId" clId="{4493D5F9-2714-41DF-9606-F63A7A6BBB04}" dt="2025-01-23T02:14:35.957" v="8952" actId="20577"/>
          <ac:spMkLst>
            <pc:docMk/>
            <pc:sldMk cId="260339271" sldId="284"/>
            <ac:spMk id="17" creationId="{952AE8C5-6922-2E32-ECC8-16129DBDD373}"/>
          </ac:spMkLst>
        </pc:spChg>
        <pc:spChg chg="mod">
          <ac:chgData name="CHAEHYUN KIM" userId="917a2da12d83d097" providerId="LiveId" clId="{4493D5F9-2714-41DF-9606-F63A7A6BBB04}" dt="2025-01-23T01:40:01.324" v="6680" actId="20577"/>
          <ac:spMkLst>
            <pc:docMk/>
            <pc:sldMk cId="260339271" sldId="284"/>
            <ac:spMk id="18" creationId="{3DE41733-CD32-1C6B-FDF0-2BBBD8158F82}"/>
          </ac:spMkLst>
        </pc:spChg>
        <pc:picChg chg="del">
          <ac:chgData name="CHAEHYUN KIM" userId="917a2da12d83d097" providerId="LiveId" clId="{4493D5F9-2714-41DF-9606-F63A7A6BBB04}" dt="2025-01-23T01:31:32.096" v="6262" actId="478"/>
          <ac:picMkLst>
            <pc:docMk/>
            <pc:sldMk cId="260339271" sldId="284"/>
            <ac:picMk id="4" creationId="{DBC5DF85-8C06-856E-8D1F-AC2135B4CA7A}"/>
          </ac:picMkLst>
        </pc:picChg>
        <pc:picChg chg="add mod">
          <ac:chgData name="CHAEHYUN KIM" userId="917a2da12d83d097" providerId="LiveId" clId="{4493D5F9-2714-41DF-9606-F63A7A6BBB04}" dt="2025-01-23T01:31:52.699" v="6268" actId="1076"/>
          <ac:picMkLst>
            <pc:docMk/>
            <pc:sldMk cId="260339271" sldId="284"/>
            <ac:picMk id="6" creationId="{F1FFCE0F-BBE9-4B37-B38B-00C1A12ACCE5}"/>
          </ac:picMkLst>
        </pc:picChg>
        <pc:picChg chg="add mod">
          <ac:chgData name="CHAEHYUN KIM" userId="917a2da12d83d097" providerId="LiveId" clId="{4493D5F9-2714-41DF-9606-F63A7A6BBB04}" dt="2025-01-23T01:37:14.840" v="6271" actId="1076"/>
          <ac:picMkLst>
            <pc:docMk/>
            <pc:sldMk cId="260339271" sldId="284"/>
            <ac:picMk id="8" creationId="{30819920-3120-DAE7-A2EF-4FB9B5A9FAAD}"/>
          </ac:picMkLst>
        </pc:picChg>
        <pc:picChg chg="del">
          <ac:chgData name="CHAEHYUN KIM" userId="917a2da12d83d097" providerId="LiveId" clId="{4493D5F9-2714-41DF-9606-F63A7A6BBB04}" dt="2025-01-23T01:31:33.985" v="6263" actId="478"/>
          <ac:picMkLst>
            <pc:docMk/>
            <pc:sldMk cId="260339271" sldId="284"/>
            <ac:picMk id="13" creationId="{67218B99-20FD-FD3E-452F-94A458513DF0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3760752439" sldId="285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760752439" sldId="285"/>
            <ac:spMk id="2" creationId="{8C5F3CF2-93DE-6DB8-EA44-97A3CB308B86}"/>
          </ac:spMkLst>
        </pc:spChg>
        <pc:spChg chg="mod">
          <ac:chgData name="CHAEHYUN KIM" userId="917a2da12d83d097" providerId="LiveId" clId="{4493D5F9-2714-41DF-9606-F63A7A6BBB04}" dt="2025-01-23T01:42:29.981" v="6722" actId="20577"/>
          <ac:spMkLst>
            <pc:docMk/>
            <pc:sldMk cId="3760752439" sldId="285"/>
            <ac:spMk id="7" creationId="{5B172799-BC61-4783-4993-141886AD7583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760752439" sldId="285"/>
            <ac:spMk id="12" creationId="{03FEF25F-2FC9-336B-1898-85B1B0419866}"/>
          </ac:spMkLst>
        </pc:spChg>
        <pc:spChg chg="mod">
          <ac:chgData name="CHAEHYUN KIM" userId="917a2da12d83d097" providerId="LiveId" clId="{4493D5F9-2714-41DF-9606-F63A7A6BBB04}" dt="2025-01-23T01:43:37.518" v="6767" actId="20577"/>
          <ac:spMkLst>
            <pc:docMk/>
            <pc:sldMk cId="3760752439" sldId="285"/>
            <ac:spMk id="24" creationId="{712857FB-16FF-3219-46B4-B0BA73E78439}"/>
          </ac:spMkLst>
        </pc:spChg>
        <pc:spChg chg="mod">
          <ac:chgData name="CHAEHYUN KIM" userId="917a2da12d83d097" providerId="LiveId" clId="{4493D5F9-2714-41DF-9606-F63A7A6BBB04}" dt="2025-01-23T01:45:50.618" v="7321" actId="20577"/>
          <ac:spMkLst>
            <pc:docMk/>
            <pc:sldMk cId="3760752439" sldId="285"/>
            <ac:spMk id="25" creationId="{7873A696-FFE0-93D2-2667-9B783F5CDCE5}"/>
          </ac:spMkLst>
        </pc:spChg>
        <pc:spChg chg="mod">
          <ac:chgData name="CHAEHYUN KIM" userId="917a2da12d83d097" providerId="LiveId" clId="{4493D5F9-2714-41DF-9606-F63A7A6BBB04}" dt="2025-01-23T01:48:14.427" v="7788" actId="6549"/>
          <ac:spMkLst>
            <pc:docMk/>
            <pc:sldMk cId="3760752439" sldId="285"/>
            <ac:spMk id="68" creationId="{3C29CF8B-4FCE-C132-B3CD-C08C0F8B6EB9}"/>
          </ac:spMkLst>
        </pc:spChg>
        <pc:spChg chg="mod">
          <ac:chgData name="CHAEHYUN KIM" userId="917a2da12d83d097" providerId="LiveId" clId="{4493D5F9-2714-41DF-9606-F63A7A6BBB04}" dt="2025-01-23T01:47:53.433" v="7784" actId="20577"/>
          <ac:spMkLst>
            <pc:docMk/>
            <pc:sldMk cId="3760752439" sldId="285"/>
            <ac:spMk id="69" creationId="{5A28934C-CAC1-45A1-A36C-0481592E25F9}"/>
          </ac:spMkLst>
        </pc:spChg>
        <pc:grpChg chg="mod">
          <ac:chgData name="CHAEHYUN KIM" userId="917a2da12d83d097" providerId="LiveId" clId="{4493D5F9-2714-41DF-9606-F63A7A6BBB04}" dt="2025-01-23T01:48:00.400" v="7786" actId="1076"/>
          <ac:grpSpMkLst>
            <pc:docMk/>
            <pc:sldMk cId="3760752439" sldId="285"/>
            <ac:grpSpMk id="26" creationId="{A7462D25-16A1-92C9-B944-E78DA1986990}"/>
          </ac:grpSpMkLst>
        </pc:grpChg>
        <pc:grpChg chg="mod">
          <ac:chgData name="CHAEHYUN KIM" userId="917a2da12d83d097" providerId="LiveId" clId="{4493D5F9-2714-41DF-9606-F63A7A6BBB04}" dt="2025-01-23T01:47:57.135" v="7785" actId="1076"/>
          <ac:grpSpMkLst>
            <pc:docMk/>
            <pc:sldMk cId="3760752439" sldId="285"/>
            <ac:grpSpMk id="66" creationId="{578C1C63-F141-F955-A3F4-4185B8FB3365}"/>
          </ac:grpSpMkLst>
        </pc:grpChg>
        <pc:picChg chg="add del mod">
          <ac:chgData name="CHAEHYUN KIM" userId="917a2da12d83d097" providerId="LiveId" clId="{4493D5F9-2714-41DF-9606-F63A7A6BBB04}" dt="2025-01-23T01:43:10.385" v="6723" actId="478"/>
          <ac:picMkLst>
            <pc:docMk/>
            <pc:sldMk cId="3760752439" sldId="285"/>
            <ac:picMk id="5" creationId="{4AA9AD5B-1450-EB44-E030-89B8B975BD04}"/>
          </ac:picMkLst>
        </pc:picChg>
        <pc:picChg chg="add mod">
          <ac:chgData name="CHAEHYUN KIM" userId="917a2da12d83d097" providerId="LiveId" clId="{4493D5F9-2714-41DF-9606-F63A7A6BBB04}" dt="2025-01-23T01:43:23.195" v="6728" actId="1076"/>
          <ac:picMkLst>
            <pc:docMk/>
            <pc:sldMk cId="3760752439" sldId="285"/>
            <ac:picMk id="8" creationId="{2B7B66D1-90D7-E50C-EC32-537C7067D06A}"/>
          </ac:picMkLst>
        </pc:picChg>
        <pc:picChg chg="del">
          <ac:chgData name="CHAEHYUN KIM" userId="917a2da12d83d097" providerId="LiveId" clId="{4493D5F9-2714-41DF-9606-F63A7A6BBB04}" dt="2025-01-23T01:41:15.867" v="6696" actId="478"/>
          <ac:picMkLst>
            <pc:docMk/>
            <pc:sldMk cId="3760752439" sldId="285"/>
            <ac:picMk id="10" creationId="{9464A7E3-7D88-7DD4-AD32-B048B46AE4F4}"/>
          </ac:picMkLst>
        </pc:picChg>
      </pc:sldChg>
      <pc:sldChg chg="modSp add mod">
        <pc:chgData name="CHAEHYUN KIM" userId="917a2da12d83d097" providerId="LiveId" clId="{4493D5F9-2714-41DF-9606-F63A7A6BBB04}" dt="2025-01-23T04:58:59.560" v="15738"/>
        <pc:sldMkLst>
          <pc:docMk/>
          <pc:sldMk cId="3376991629" sldId="286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376991629" sldId="286"/>
            <ac:spMk id="2" creationId="{1F3F245A-07B7-4536-C6A6-B74BB211BE9A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376991629" sldId="286"/>
            <ac:spMk id="12" creationId="{4CA3F27C-C908-AB6C-3AA3-D475190DFB35}"/>
          </ac:spMkLst>
        </pc:spChg>
        <pc:spChg chg="mod">
          <ac:chgData name="CHAEHYUN KIM" userId="917a2da12d83d097" providerId="LiveId" clId="{4493D5F9-2714-41DF-9606-F63A7A6BBB04}" dt="2025-01-23T01:49:10.684" v="7837" actId="20577"/>
          <ac:spMkLst>
            <pc:docMk/>
            <pc:sldMk cId="3376991629" sldId="286"/>
            <ac:spMk id="24" creationId="{129561A3-8214-4099-F7D4-059B56A55FA6}"/>
          </ac:spMkLst>
        </pc:spChg>
        <pc:spChg chg="mod">
          <ac:chgData name="CHAEHYUN KIM" userId="917a2da12d83d097" providerId="LiveId" clId="{4493D5F9-2714-41DF-9606-F63A7A6BBB04}" dt="2025-01-23T02:10:11.423" v="8520" actId="20577"/>
          <ac:spMkLst>
            <pc:docMk/>
            <pc:sldMk cId="3376991629" sldId="286"/>
            <ac:spMk id="25" creationId="{A7949680-6223-D5C8-5939-539977A6E45F}"/>
          </ac:spMkLst>
        </pc:spChg>
        <pc:spChg chg="mod">
          <ac:chgData name="CHAEHYUN KIM" userId="917a2da12d83d097" providerId="LiveId" clId="{4493D5F9-2714-41DF-9606-F63A7A6BBB04}" dt="2025-01-23T02:11:53.082" v="8929" actId="1076"/>
          <ac:spMkLst>
            <pc:docMk/>
            <pc:sldMk cId="3376991629" sldId="286"/>
            <ac:spMk id="68" creationId="{8D07DB5E-42E0-5B5E-4EBC-3B9A880FE2F4}"/>
          </ac:spMkLst>
        </pc:spChg>
        <pc:spChg chg="mod">
          <ac:chgData name="CHAEHYUN KIM" userId="917a2da12d83d097" providerId="LiveId" clId="{4493D5F9-2714-41DF-9606-F63A7A6BBB04}" dt="2025-01-23T02:11:44.455" v="8926" actId="20577"/>
          <ac:spMkLst>
            <pc:docMk/>
            <pc:sldMk cId="3376991629" sldId="286"/>
            <ac:spMk id="69" creationId="{FBA2F276-01C7-D3F8-3B9A-CE93EC62F72D}"/>
          </ac:spMkLst>
        </pc:spChg>
        <pc:grpChg chg="mod">
          <ac:chgData name="CHAEHYUN KIM" userId="917a2da12d83d097" providerId="LiveId" clId="{4493D5F9-2714-41DF-9606-F63A7A6BBB04}" dt="2025-01-23T02:12:02.661" v="8931" actId="1076"/>
          <ac:grpSpMkLst>
            <pc:docMk/>
            <pc:sldMk cId="3376991629" sldId="286"/>
            <ac:grpSpMk id="26" creationId="{F46E3BCF-E15C-FCE5-AD0D-3B601943C9E0}"/>
          </ac:grpSpMkLst>
        </pc:grpChg>
        <pc:grpChg chg="mod">
          <ac:chgData name="CHAEHYUN KIM" userId="917a2da12d83d097" providerId="LiveId" clId="{4493D5F9-2714-41DF-9606-F63A7A6BBB04}" dt="2025-01-23T02:11:55.880" v="8930" actId="1076"/>
          <ac:grpSpMkLst>
            <pc:docMk/>
            <pc:sldMk cId="3376991629" sldId="286"/>
            <ac:grpSpMk id="66" creationId="{36F48BCA-9970-BDB3-856F-7B331FF2FDA1}"/>
          </ac:grpSpMkLst>
        </pc:grpChg>
      </pc:sldChg>
      <pc:sldChg chg="add del">
        <pc:chgData name="CHAEHYUN KIM" userId="917a2da12d83d097" providerId="LiveId" clId="{4493D5F9-2714-41DF-9606-F63A7A6BBB04}" dt="2025-01-23T02:12:44.322" v="8933"/>
        <pc:sldMkLst>
          <pc:docMk/>
          <pc:sldMk cId="995984762" sldId="287"/>
        </pc:sldMkLst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2064286932" sldId="287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064286932" sldId="287"/>
            <ac:spMk id="3" creationId="{3A1A4265-4E96-F8D9-AB4C-0DD98F47D6AD}"/>
          </ac:spMkLst>
        </pc:spChg>
        <pc:spChg chg="mod">
          <ac:chgData name="CHAEHYUN KIM" userId="917a2da12d83d097" providerId="LiveId" clId="{4493D5F9-2714-41DF-9606-F63A7A6BBB04}" dt="2025-01-23T02:14:43.316" v="8977" actId="20577"/>
          <ac:spMkLst>
            <pc:docMk/>
            <pc:sldMk cId="2064286932" sldId="287"/>
            <ac:spMk id="9" creationId="{E4044AA0-2C74-7CED-FCFB-A450C61B5273}"/>
          </ac:spMkLst>
        </pc:spChg>
        <pc:spChg chg="mod">
          <ac:chgData name="CHAEHYUN KIM" userId="917a2da12d83d097" providerId="LiveId" clId="{4493D5F9-2714-41DF-9606-F63A7A6BBB04}" dt="2025-01-23T02:14:47.103" v="8998" actId="20577"/>
          <ac:spMkLst>
            <pc:docMk/>
            <pc:sldMk cId="2064286932" sldId="287"/>
            <ac:spMk id="10" creationId="{A2EA2902-9CDE-5E5A-F881-BF69F24A5CA9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064286932" sldId="287"/>
            <ac:spMk id="12" creationId="{A0C1514E-1D0C-5C1A-4454-8BDADA5DA536}"/>
          </ac:spMkLst>
        </pc:spChg>
        <pc:spChg chg="mod">
          <ac:chgData name="CHAEHYUN KIM" userId="917a2da12d83d097" providerId="LiveId" clId="{4493D5F9-2714-41DF-9606-F63A7A6BBB04}" dt="2025-01-23T02:15:50.162" v="9144" actId="20577"/>
          <ac:spMkLst>
            <pc:docMk/>
            <pc:sldMk cId="2064286932" sldId="287"/>
            <ac:spMk id="16" creationId="{212736DB-97BF-28A0-D809-58D85966A111}"/>
          </ac:spMkLst>
        </pc:spChg>
        <pc:spChg chg="mod">
          <ac:chgData name="CHAEHYUN KIM" userId="917a2da12d83d097" providerId="LiveId" clId="{4493D5F9-2714-41DF-9606-F63A7A6BBB04}" dt="2025-01-23T02:16:43.993" v="9258" actId="20577"/>
          <ac:spMkLst>
            <pc:docMk/>
            <pc:sldMk cId="2064286932" sldId="287"/>
            <ac:spMk id="17" creationId="{81AED5EF-5846-8487-0D6D-2FFC342F23A6}"/>
          </ac:spMkLst>
        </pc:spChg>
        <pc:spChg chg="mod">
          <ac:chgData name="CHAEHYUN KIM" userId="917a2da12d83d097" providerId="LiveId" clId="{4493D5F9-2714-41DF-9606-F63A7A6BBB04}" dt="2025-01-23T02:16:38.265" v="9241" actId="20577"/>
          <ac:spMkLst>
            <pc:docMk/>
            <pc:sldMk cId="2064286932" sldId="287"/>
            <ac:spMk id="18" creationId="{032B6695-DABF-052E-5622-3EBAF8902C90}"/>
          </ac:spMkLst>
        </pc:spChg>
        <pc:picChg chg="add mod">
          <ac:chgData name="CHAEHYUN KIM" userId="917a2da12d83d097" providerId="LiveId" clId="{4493D5F9-2714-41DF-9606-F63A7A6BBB04}" dt="2025-01-23T02:13:25.370" v="8938" actId="1076"/>
          <ac:picMkLst>
            <pc:docMk/>
            <pc:sldMk cId="2064286932" sldId="287"/>
            <ac:picMk id="4" creationId="{19F4B39A-DCA2-AC2B-2DB2-40C14779315C}"/>
          </ac:picMkLst>
        </pc:picChg>
        <pc:picChg chg="del">
          <ac:chgData name="CHAEHYUN KIM" userId="917a2da12d83d097" providerId="LiveId" clId="{4493D5F9-2714-41DF-9606-F63A7A6BBB04}" dt="2025-01-23T02:13:17.506" v="8935" actId="478"/>
          <ac:picMkLst>
            <pc:docMk/>
            <pc:sldMk cId="2064286932" sldId="287"/>
            <ac:picMk id="6" creationId="{D4EFD8CC-A5C3-C544-A290-56B4FBF34AFA}"/>
          </ac:picMkLst>
        </pc:picChg>
        <pc:picChg chg="del">
          <ac:chgData name="CHAEHYUN KIM" userId="917a2da12d83d097" providerId="LiveId" clId="{4493D5F9-2714-41DF-9606-F63A7A6BBB04}" dt="2025-01-23T02:14:12.558" v="8939" actId="478"/>
          <ac:picMkLst>
            <pc:docMk/>
            <pc:sldMk cId="2064286932" sldId="287"/>
            <ac:picMk id="8" creationId="{FDB901D2-555C-DDD8-EAA6-B37C9D7CCBA6}"/>
          </ac:picMkLst>
        </pc:picChg>
        <pc:picChg chg="add mod">
          <ac:chgData name="CHAEHYUN KIM" userId="917a2da12d83d097" providerId="LiveId" clId="{4493D5F9-2714-41DF-9606-F63A7A6BBB04}" dt="2025-01-23T02:14:23.422" v="8943" actId="1076"/>
          <ac:picMkLst>
            <pc:docMk/>
            <pc:sldMk cId="2064286932" sldId="287"/>
            <ac:picMk id="11" creationId="{BAB6E208-D332-CB6A-666C-6990926BE0EA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255496138" sldId="288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55496138" sldId="288"/>
            <ac:spMk id="2" creationId="{5AD0A21F-F090-9A2D-F6D9-76C488F6AA71}"/>
          </ac:spMkLst>
        </pc:spChg>
        <pc:spChg chg="mod">
          <ac:chgData name="CHAEHYUN KIM" userId="917a2da12d83d097" providerId="LiveId" clId="{4493D5F9-2714-41DF-9606-F63A7A6BBB04}" dt="2025-01-23T02:28:23.219" v="9760" actId="20577"/>
          <ac:spMkLst>
            <pc:docMk/>
            <pc:sldMk cId="255496138" sldId="288"/>
            <ac:spMk id="7" creationId="{EE1BB112-0B76-CD60-91D5-4E1634C82FF7}"/>
          </ac:spMkLst>
        </pc:spChg>
        <pc:spChg chg="mod">
          <ac:chgData name="CHAEHYUN KIM" userId="917a2da12d83d097" providerId="LiveId" clId="{4493D5F9-2714-41DF-9606-F63A7A6BBB04}" dt="2025-01-23T02:24:45.079" v="9387" actId="20577"/>
          <ac:spMkLst>
            <pc:docMk/>
            <pc:sldMk cId="255496138" sldId="288"/>
            <ac:spMk id="11" creationId="{269E26BA-2521-7B37-438B-6C4C1ECD2814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55496138" sldId="288"/>
            <ac:spMk id="12" creationId="{6493B8B6-1260-9F36-47B6-A51591B5BFC1}"/>
          </ac:spMkLst>
        </pc:spChg>
        <pc:spChg chg="mod">
          <ac:chgData name="CHAEHYUN KIM" userId="917a2da12d83d097" providerId="LiveId" clId="{4493D5F9-2714-41DF-9606-F63A7A6BBB04}" dt="2025-01-23T02:27:53.129" v="9722" actId="20577"/>
          <ac:spMkLst>
            <pc:docMk/>
            <pc:sldMk cId="255496138" sldId="288"/>
            <ac:spMk id="13" creationId="{CB58F5E3-674C-9B5E-0F93-D9909DB2F91D}"/>
          </ac:spMkLst>
        </pc:spChg>
        <pc:spChg chg="del topLvl">
          <ac:chgData name="CHAEHYUN KIM" userId="917a2da12d83d097" providerId="LiveId" clId="{4493D5F9-2714-41DF-9606-F63A7A6BBB04}" dt="2025-01-23T02:24:09.874" v="9344" actId="478"/>
          <ac:spMkLst>
            <pc:docMk/>
            <pc:sldMk cId="255496138" sldId="288"/>
            <ac:spMk id="24" creationId="{DF51854A-50AF-15A0-4216-FB12DCD468B0}"/>
          </ac:spMkLst>
        </pc:spChg>
        <pc:spChg chg="del topLvl">
          <ac:chgData name="CHAEHYUN KIM" userId="917a2da12d83d097" providerId="LiveId" clId="{4493D5F9-2714-41DF-9606-F63A7A6BBB04}" dt="2025-01-23T02:24:08.637" v="9343" actId="478"/>
          <ac:spMkLst>
            <pc:docMk/>
            <pc:sldMk cId="255496138" sldId="288"/>
            <ac:spMk id="25" creationId="{9C36C435-16B0-DA7E-2E81-779013A911E3}"/>
          </ac:spMkLst>
        </pc:spChg>
        <pc:grpChg chg="add mod">
          <ac:chgData name="CHAEHYUN KIM" userId="917a2da12d83d097" providerId="LiveId" clId="{4493D5F9-2714-41DF-9606-F63A7A6BBB04}" dt="2025-01-23T02:26:28.883" v="9682" actId="1076"/>
          <ac:grpSpMkLst>
            <pc:docMk/>
            <pc:sldMk cId="255496138" sldId="288"/>
            <ac:grpSpMk id="10" creationId="{2C0733BA-4A70-2626-8619-2ECC1192880C}"/>
          </ac:grpSpMkLst>
        </pc:grpChg>
        <pc:grpChg chg="del mod">
          <ac:chgData name="CHAEHYUN KIM" userId="917a2da12d83d097" providerId="LiveId" clId="{4493D5F9-2714-41DF-9606-F63A7A6BBB04}" dt="2025-01-23T02:24:08.637" v="9343" actId="478"/>
          <ac:grpSpMkLst>
            <pc:docMk/>
            <pc:sldMk cId="255496138" sldId="288"/>
            <ac:grpSpMk id="26" creationId="{24C2CFA9-FEF7-24F2-B744-CF540AC23ACD}"/>
          </ac:grpSpMkLst>
        </pc:grpChg>
        <pc:grpChg chg="del">
          <ac:chgData name="CHAEHYUN KIM" userId="917a2da12d83d097" providerId="LiveId" clId="{4493D5F9-2714-41DF-9606-F63A7A6BBB04}" dt="2025-01-23T02:23:52.913" v="9339" actId="478"/>
          <ac:grpSpMkLst>
            <pc:docMk/>
            <pc:sldMk cId="255496138" sldId="288"/>
            <ac:grpSpMk id="66" creationId="{7699276B-B356-8A27-4FAF-6B020763357A}"/>
          </ac:grpSpMkLst>
        </pc:grpChg>
        <pc:picChg chg="add mod">
          <ac:chgData name="CHAEHYUN KIM" userId="917a2da12d83d097" providerId="LiveId" clId="{4493D5F9-2714-41DF-9606-F63A7A6BBB04}" dt="2025-01-23T02:26:31.419" v="9683" actId="1076"/>
          <ac:picMkLst>
            <pc:docMk/>
            <pc:sldMk cId="255496138" sldId="288"/>
            <ac:picMk id="5" creationId="{AE9E795E-0D69-057A-751C-A17C61C0B2EB}"/>
          </ac:picMkLst>
        </pc:picChg>
        <pc:picChg chg="del">
          <ac:chgData name="CHAEHYUN KIM" userId="917a2da12d83d097" providerId="LiveId" clId="{4493D5F9-2714-41DF-9606-F63A7A6BBB04}" dt="2025-01-23T02:18:01.790" v="9260" actId="478"/>
          <ac:picMkLst>
            <pc:docMk/>
            <pc:sldMk cId="255496138" sldId="288"/>
            <ac:picMk id="8" creationId="{E6A5101A-8629-DE40-ADCD-C0BCBC4B5F01}"/>
          </ac:picMkLst>
        </pc:picChg>
        <pc:picChg chg="add del mod">
          <ac:chgData name="CHAEHYUN KIM" userId="917a2da12d83d097" providerId="LiveId" clId="{4493D5F9-2714-41DF-9606-F63A7A6BBB04}" dt="2025-01-23T02:18:39.437" v="9268" actId="478"/>
          <ac:picMkLst>
            <pc:docMk/>
            <pc:sldMk cId="255496138" sldId="288"/>
            <ac:picMk id="9" creationId="{46E4312F-08F4-D029-7218-3BA1E5F7E2D1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535927398" sldId="289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535927398" sldId="289"/>
            <ac:spMk id="2" creationId="{0F5F6E88-27FF-879B-7C6C-BAAFCC83343E}"/>
          </ac:spMkLst>
        </pc:spChg>
        <pc:spChg chg="mod">
          <ac:chgData name="CHAEHYUN KIM" userId="917a2da12d83d097" providerId="LiveId" clId="{4493D5F9-2714-41DF-9606-F63A7A6BBB04}" dt="2025-01-23T02:28:30.631" v="9761"/>
          <ac:spMkLst>
            <pc:docMk/>
            <pc:sldMk cId="535927398" sldId="289"/>
            <ac:spMk id="7" creationId="{2D5704D2-6C93-9552-9B1B-22C57795245A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535927398" sldId="289"/>
            <ac:spMk id="12" creationId="{5BEA3A00-9DC4-0FCE-E6E3-0B1351E89385}"/>
          </ac:spMkLst>
        </pc:spChg>
        <pc:spChg chg="mod">
          <ac:chgData name="CHAEHYUN KIM" userId="917a2da12d83d097" providerId="LiveId" clId="{4493D5F9-2714-41DF-9606-F63A7A6BBB04}" dt="2025-01-23T02:30:12.327" v="10131" actId="20577"/>
          <ac:spMkLst>
            <pc:docMk/>
            <pc:sldMk cId="535927398" sldId="289"/>
            <ac:spMk id="25" creationId="{8D9014EF-22EC-939B-BE6D-7764D8AA97B9}"/>
          </ac:spMkLst>
        </pc:spChg>
        <pc:spChg chg="mod">
          <ac:chgData name="CHAEHYUN KIM" userId="917a2da12d83d097" providerId="LiveId" clId="{4493D5F9-2714-41DF-9606-F63A7A6BBB04}" dt="2025-01-23T02:30:22.411" v="10154" actId="20577"/>
          <ac:spMkLst>
            <pc:docMk/>
            <pc:sldMk cId="535927398" sldId="289"/>
            <ac:spMk id="68" creationId="{B6601E9D-930A-9C59-2327-0D342E6FE966}"/>
          </ac:spMkLst>
        </pc:spChg>
        <pc:spChg chg="mod">
          <ac:chgData name="CHAEHYUN KIM" userId="917a2da12d83d097" providerId="LiveId" clId="{4493D5F9-2714-41DF-9606-F63A7A6BBB04}" dt="2025-01-23T02:31:12.209" v="10402" actId="20577"/>
          <ac:spMkLst>
            <pc:docMk/>
            <pc:sldMk cId="535927398" sldId="289"/>
            <ac:spMk id="69" creationId="{8899415D-A474-3328-BED4-E1D0038C766B}"/>
          </ac:spMkLst>
        </pc:spChg>
        <pc:grpChg chg="mod">
          <ac:chgData name="CHAEHYUN KIM" userId="917a2da12d83d097" providerId="LiveId" clId="{4493D5F9-2714-41DF-9606-F63A7A6BBB04}" dt="2025-01-23T02:31:18.264" v="10404" actId="1076"/>
          <ac:grpSpMkLst>
            <pc:docMk/>
            <pc:sldMk cId="535927398" sldId="289"/>
            <ac:grpSpMk id="26" creationId="{6F5DC4D0-526E-B3AD-FFBD-5AA1011B7FB1}"/>
          </ac:grpSpMkLst>
        </pc:grpChg>
        <pc:grpChg chg="mod">
          <ac:chgData name="CHAEHYUN KIM" userId="917a2da12d83d097" providerId="LiveId" clId="{4493D5F9-2714-41DF-9606-F63A7A6BBB04}" dt="2025-01-23T02:31:15.402" v="10403" actId="1076"/>
          <ac:grpSpMkLst>
            <pc:docMk/>
            <pc:sldMk cId="535927398" sldId="289"/>
            <ac:grpSpMk id="66" creationId="{56F9FA82-A048-62E6-618A-BA8CD2CBF989}"/>
          </ac:grpSpMkLst>
        </pc:grpChg>
        <pc:picChg chg="del">
          <ac:chgData name="CHAEHYUN KIM" userId="917a2da12d83d097" providerId="LiveId" clId="{4493D5F9-2714-41DF-9606-F63A7A6BBB04}" dt="2025-01-23T02:27:29.723" v="9687" actId="478"/>
          <ac:picMkLst>
            <pc:docMk/>
            <pc:sldMk cId="535927398" sldId="289"/>
            <ac:picMk id="5" creationId="{B626DE3A-764C-4E0F-A825-66417B227983}"/>
          </ac:picMkLst>
        </pc:picChg>
        <pc:picChg chg="add mod">
          <ac:chgData name="CHAEHYUN KIM" userId="917a2da12d83d097" providerId="LiveId" clId="{4493D5F9-2714-41DF-9606-F63A7A6BBB04}" dt="2025-01-23T02:27:41.005" v="9691" actId="14100"/>
          <ac:picMkLst>
            <pc:docMk/>
            <pc:sldMk cId="535927398" sldId="289"/>
            <ac:picMk id="6" creationId="{03776883-373B-ECE0-2D50-21905B311CBC}"/>
          </ac:picMkLst>
        </pc:picChg>
        <pc:picChg chg="add del">
          <ac:chgData name="CHAEHYUN KIM" userId="917a2da12d83d097" providerId="LiveId" clId="{4493D5F9-2714-41DF-9606-F63A7A6BBB04}" dt="2025-01-23T02:32:57.071" v="10406" actId="22"/>
          <ac:picMkLst>
            <pc:docMk/>
            <pc:sldMk cId="535927398" sldId="289"/>
            <ac:picMk id="9" creationId="{E2D09A58-E17E-CF84-3478-1CA9057D2226}"/>
          </ac:picMkLst>
        </pc:picChg>
      </pc:sldChg>
      <pc:sldChg chg="add del">
        <pc:chgData name="CHAEHYUN KIM" userId="917a2da12d83d097" providerId="LiveId" clId="{4493D5F9-2714-41DF-9606-F63A7A6BBB04}" dt="2025-01-23T02:26:45.120" v="9685"/>
        <pc:sldMkLst>
          <pc:docMk/>
          <pc:sldMk cId="2099091972" sldId="289"/>
        </pc:sldMkLst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3295858650" sldId="290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295858650" sldId="290"/>
            <ac:spMk id="3" creationId="{A3E8CAB6-90EE-E159-4C70-FF88B0FAABDF}"/>
          </ac:spMkLst>
        </pc:spChg>
        <pc:spChg chg="mod">
          <ac:chgData name="CHAEHYUN KIM" userId="917a2da12d83d097" providerId="LiveId" clId="{4493D5F9-2714-41DF-9606-F63A7A6BBB04}" dt="2025-01-23T02:37:54.092" v="10734" actId="20577"/>
          <ac:spMkLst>
            <pc:docMk/>
            <pc:sldMk cId="3295858650" sldId="290"/>
            <ac:spMk id="9" creationId="{EF77F3A1-5239-29C7-4B03-BE1C41A28D01}"/>
          </ac:spMkLst>
        </pc:spChg>
        <pc:spChg chg="mod">
          <ac:chgData name="CHAEHYUN KIM" userId="917a2da12d83d097" providerId="LiveId" clId="{4493D5F9-2714-41DF-9606-F63A7A6BBB04}" dt="2025-01-23T02:34:19.988" v="10472" actId="20577"/>
          <ac:spMkLst>
            <pc:docMk/>
            <pc:sldMk cId="3295858650" sldId="290"/>
            <ac:spMk id="11" creationId="{35AFD473-4D5C-E1E2-A5A1-9E55055BAF3B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295858650" sldId="290"/>
            <ac:spMk id="12" creationId="{D4FDFFBB-8F12-B8E1-AF47-30CDE5932651}"/>
          </ac:spMkLst>
        </pc:spChg>
        <pc:spChg chg="mod">
          <ac:chgData name="CHAEHYUN KIM" userId="917a2da12d83d097" providerId="LiveId" clId="{4493D5F9-2714-41DF-9606-F63A7A6BBB04}" dt="2025-01-23T02:36:09.619" v="10708" actId="20577"/>
          <ac:spMkLst>
            <pc:docMk/>
            <pc:sldMk cId="3295858650" sldId="290"/>
            <ac:spMk id="13" creationId="{8BAAC2E2-0BC8-7D1B-1657-85C877AABB2F}"/>
          </ac:spMkLst>
        </pc:spChg>
        <pc:grpChg chg="add mod">
          <ac:chgData name="CHAEHYUN KIM" userId="917a2da12d83d097" providerId="LiveId" clId="{4493D5F9-2714-41DF-9606-F63A7A6BBB04}" dt="2025-01-23T02:35:17.838" v="10474" actId="1076"/>
          <ac:grpSpMkLst>
            <pc:docMk/>
            <pc:sldMk cId="3295858650" sldId="290"/>
            <ac:grpSpMk id="7" creationId="{970B4AC5-6697-7E0B-716F-41672CECB4B7}"/>
          </ac:grpSpMkLst>
        </pc:grpChg>
        <pc:grpChg chg="del">
          <ac:chgData name="CHAEHYUN KIM" userId="917a2da12d83d097" providerId="LiveId" clId="{4493D5F9-2714-41DF-9606-F63A7A6BBB04}" dt="2025-01-23T02:33:48.959" v="10416" actId="478"/>
          <ac:grpSpMkLst>
            <pc:docMk/>
            <pc:sldMk cId="3295858650" sldId="290"/>
            <ac:grpSpMk id="19" creationId="{C6B34DE4-E62D-75AE-374F-563C541491A7}"/>
          </ac:grpSpMkLst>
        </pc:grpChg>
        <pc:grpChg chg="del">
          <ac:chgData name="CHAEHYUN KIM" userId="917a2da12d83d097" providerId="LiveId" clId="{4493D5F9-2714-41DF-9606-F63A7A6BBB04}" dt="2025-01-23T02:33:45.622" v="10415" actId="478"/>
          <ac:grpSpMkLst>
            <pc:docMk/>
            <pc:sldMk cId="3295858650" sldId="290"/>
            <ac:grpSpMk id="20" creationId="{E8BBE0CC-3F2E-1C69-B570-B9BF9AA63F52}"/>
          </ac:grpSpMkLst>
        </pc:grpChg>
        <pc:picChg chg="add mod">
          <ac:chgData name="CHAEHYUN KIM" userId="917a2da12d83d097" providerId="LiveId" clId="{4493D5F9-2714-41DF-9606-F63A7A6BBB04}" dt="2025-01-23T02:35:02.768" v="10473" actId="1076"/>
          <ac:picMkLst>
            <pc:docMk/>
            <pc:sldMk cId="3295858650" sldId="290"/>
            <ac:picMk id="4" creationId="{F434BAD3-FEA9-046F-BFFE-EFD95F836F77}"/>
          </ac:picMkLst>
        </pc:picChg>
        <pc:picChg chg="del">
          <ac:chgData name="CHAEHYUN KIM" userId="917a2da12d83d097" providerId="LiveId" clId="{4493D5F9-2714-41DF-9606-F63A7A6BBB04}" dt="2025-01-23T02:33:22.746" v="10409" actId="478"/>
          <ac:picMkLst>
            <pc:docMk/>
            <pc:sldMk cId="3295858650" sldId="290"/>
            <ac:picMk id="6" creationId="{BCD880EC-9052-649B-1509-F728293F594C}"/>
          </ac:picMkLst>
        </pc:picChg>
        <pc:picChg chg="del">
          <ac:chgData name="CHAEHYUN KIM" userId="917a2da12d83d097" providerId="LiveId" clId="{4493D5F9-2714-41DF-9606-F63A7A6BBB04}" dt="2025-01-23T02:33:20.858" v="10408" actId="478"/>
          <ac:picMkLst>
            <pc:docMk/>
            <pc:sldMk cId="3295858650" sldId="290"/>
            <ac:picMk id="8" creationId="{2CB1707C-E85D-7E1B-373A-79337F4652C3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2596190570" sldId="291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596190570" sldId="291"/>
            <ac:spMk id="2" creationId="{B2CCAC06-458A-21F6-DA22-8B5DF0ED6F2E}"/>
          </ac:spMkLst>
        </pc:spChg>
        <pc:spChg chg="mod">
          <ac:chgData name="CHAEHYUN KIM" userId="917a2da12d83d097" providerId="LiveId" clId="{4493D5F9-2714-41DF-9606-F63A7A6BBB04}" dt="2025-01-23T02:39:43.262" v="10804" actId="20577"/>
          <ac:spMkLst>
            <pc:docMk/>
            <pc:sldMk cId="2596190570" sldId="291"/>
            <ac:spMk id="7" creationId="{2D15CF78-6F10-0D39-1120-49C026E46902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596190570" sldId="291"/>
            <ac:spMk id="12" creationId="{FF11D29B-A102-D4CA-4D47-EE4058278002}"/>
          </ac:spMkLst>
        </pc:spChg>
        <pc:spChg chg="mod">
          <ac:chgData name="CHAEHYUN KIM" userId="917a2da12d83d097" providerId="LiveId" clId="{4493D5F9-2714-41DF-9606-F63A7A6BBB04}" dt="2025-01-23T02:40:29.953" v="10823" actId="20577"/>
          <ac:spMkLst>
            <pc:docMk/>
            <pc:sldMk cId="2596190570" sldId="291"/>
            <ac:spMk id="24" creationId="{7C27A3B2-D219-A5BF-4225-A5525DE68CFA}"/>
          </ac:spMkLst>
        </pc:spChg>
        <pc:spChg chg="mod">
          <ac:chgData name="CHAEHYUN KIM" userId="917a2da12d83d097" providerId="LiveId" clId="{4493D5F9-2714-41DF-9606-F63A7A6BBB04}" dt="2025-01-23T02:41:00.942" v="10907" actId="20577"/>
          <ac:spMkLst>
            <pc:docMk/>
            <pc:sldMk cId="2596190570" sldId="291"/>
            <ac:spMk id="25" creationId="{59F0BDE4-5B06-FA4A-02DB-DBED6964E48A}"/>
          </ac:spMkLst>
        </pc:spChg>
        <pc:spChg chg="mod">
          <ac:chgData name="CHAEHYUN KIM" userId="917a2da12d83d097" providerId="LiveId" clId="{4493D5F9-2714-41DF-9606-F63A7A6BBB04}" dt="2025-01-23T02:41:42.497" v="10961" actId="20577"/>
          <ac:spMkLst>
            <pc:docMk/>
            <pc:sldMk cId="2596190570" sldId="291"/>
            <ac:spMk id="68" creationId="{6166E254-C2E3-9584-6DC5-21F0E0EBA4F6}"/>
          </ac:spMkLst>
        </pc:spChg>
        <pc:spChg chg="mod">
          <ac:chgData name="CHAEHYUN KIM" userId="917a2da12d83d097" providerId="LiveId" clId="{4493D5F9-2714-41DF-9606-F63A7A6BBB04}" dt="2025-01-23T02:43:01.339" v="11238" actId="20577"/>
          <ac:spMkLst>
            <pc:docMk/>
            <pc:sldMk cId="2596190570" sldId="291"/>
            <ac:spMk id="69" creationId="{B216AD72-17B4-E962-9EFE-A9F3251AB74A}"/>
          </ac:spMkLst>
        </pc:spChg>
        <pc:grpChg chg="add del">
          <ac:chgData name="CHAEHYUN KIM" userId="917a2da12d83d097" providerId="LiveId" clId="{4493D5F9-2714-41DF-9606-F63A7A6BBB04}" dt="2025-01-23T02:41:20.210" v="10922" actId="478"/>
          <ac:grpSpMkLst>
            <pc:docMk/>
            <pc:sldMk cId="2596190570" sldId="291"/>
            <ac:grpSpMk id="66" creationId="{E2F0114B-F441-29D5-2D12-790EF9E0C7BF}"/>
          </ac:grpSpMkLst>
        </pc:grpChg>
        <pc:picChg chg="add mod">
          <ac:chgData name="CHAEHYUN KIM" userId="917a2da12d83d097" providerId="LiveId" clId="{4493D5F9-2714-41DF-9606-F63A7A6BBB04}" dt="2025-01-23T02:39:35.828" v="10795" actId="14100"/>
          <ac:picMkLst>
            <pc:docMk/>
            <pc:sldMk cId="2596190570" sldId="291"/>
            <ac:picMk id="5" creationId="{53D9C5B3-C0FE-3AA1-1E77-B7D4DDB5C429}"/>
          </ac:picMkLst>
        </pc:picChg>
        <pc:picChg chg="del">
          <ac:chgData name="CHAEHYUN KIM" userId="917a2da12d83d097" providerId="LiveId" clId="{4493D5F9-2714-41DF-9606-F63A7A6BBB04}" dt="2025-01-23T02:39:22.581" v="10791" actId="478"/>
          <ac:picMkLst>
            <pc:docMk/>
            <pc:sldMk cId="2596190570" sldId="291"/>
            <ac:picMk id="6" creationId="{4E34CC82-C47E-6555-30F3-A00D91DB20FB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899672542" sldId="292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899672542" sldId="292"/>
            <ac:spMk id="2" creationId="{7D5F3484-63D8-0D7B-8F48-FE493BD905DA}"/>
          </ac:spMkLst>
        </pc:spChg>
        <pc:spChg chg="mod">
          <ac:chgData name="CHAEHYUN KIM" userId="917a2da12d83d097" providerId="LiveId" clId="{4493D5F9-2714-41DF-9606-F63A7A6BBB04}" dt="2025-01-23T02:44:50.334" v="11272" actId="20577"/>
          <ac:spMkLst>
            <pc:docMk/>
            <pc:sldMk cId="899672542" sldId="292"/>
            <ac:spMk id="7" creationId="{A0FDD517-FDF5-5C9D-42E1-4E97E9C00079}"/>
          </ac:spMkLst>
        </pc:spChg>
        <pc:spChg chg="mod">
          <ac:chgData name="CHAEHYUN KIM" userId="917a2da12d83d097" providerId="LiveId" clId="{4493D5F9-2714-41DF-9606-F63A7A6BBB04}" dt="2025-01-23T02:45:11.162" v="11315" actId="20577"/>
          <ac:spMkLst>
            <pc:docMk/>
            <pc:sldMk cId="899672542" sldId="292"/>
            <ac:spMk id="9" creationId="{52F8D97B-A838-B118-04D8-69540DFB4F8C}"/>
          </ac:spMkLst>
        </pc:spChg>
        <pc:spChg chg="mod">
          <ac:chgData name="CHAEHYUN KIM" userId="917a2da12d83d097" providerId="LiveId" clId="{4493D5F9-2714-41DF-9606-F63A7A6BBB04}" dt="2025-01-23T02:46:03.563" v="11568" actId="20577"/>
          <ac:spMkLst>
            <pc:docMk/>
            <pc:sldMk cId="899672542" sldId="292"/>
            <ac:spMk id="10" creationId="{5E1B3146-26AF-23B1-731F-F389FA529BF9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899672542" sldId="292"/>
            <ac:spMk id="12" creationId="{4A7C3FC7-FB2F-660F-8EC3-B92B18C59ABF}"/>
          </ac:spMkLst>
        </pc:spChg>
        <pc:grpChg chg="add mod">
          <ac:chgData name="CHAEHYUN KIM" userId="917a2da12d83d097" providerId="LiveId" clId="{4493D5F9-2714-41DF-9606-F63A7A6BBB04}" dt="2025-01-23T02:44:28.713" v="11246"/>
          <ac:grpSpMkLst>
            <pc:docMk/>
            <pc:sldMk cId="899672542" sldId="292"/>
            <ac:grpSpMk id="8" creationId="{94C6FB57-FFD1-383F-9E72-72889E7196EE}"/>
          </ac:grpSpMkLst>
        </pc:grpChg>
        <pc:grpChg chg="del">
          <ac:chgData name="CHAEHYUN KIM" userId="917a2da12d83d097" providerId="LiveId" clId="{4493D5F9-2714-41DF-9606-F63A7A6BBB04}" dt="2025-01-23T02:44:13.978" v="11242" actId="478"/>
          <ac:grpSpMkLst>
            <pc:docMk/>
            <pc:sldMk cId="899672542" sldId="292"/>
            <ac:grpSpMk id="26" creationId="{ABA31582-B520-2C10-7FF6-B39BFDD0CD8F}"/>
          </ac:grpSpMkLst>
        </pc:grpChg>
        <pc:grpChg chg="del">
          <ac:chgData name="CHAEHYUN KIM" userId="917a2da12d83d097" providerId="LiveId" clId="{4493D5F9-2714-41DF-9606-F63A7A6BBB04}" dt="2025-01-23T02:44:11.331" v="11241" actId="478"/>
          <ac:grpSpMkLst>
            <pc:docMk/>
            <pc:sldMk cId="899672542" sldId="292"/>
            <ac:grpSpMk id="66" creationId="{44C01171-5343-CDC5-B3FA-5405B73052B2}"/>
          </ac:grpSpMkLst>
        </pc:grpChg>
        <pc:picChg chg="del">
          <ac:chgData name="CHAEHYUN KIM" userId="917a2da12d83d097" providerId="LiveId" clId="{4493D5F9-2714-41DF-9606-F63A7A6BBB04}" dt="2025-01-23T02:44:04.651" v="11240" actId="478"/>
          <ac:picMkLst>
            <pc:docMk/>
            <pc:sldMk cId="899672542" sldId="292"/>
            <ac:picMk id="5" creationId="{F770D28A-2FB2-E33C-2537-90DDBEAFE23F}"/>
          </ac:picMkLst>
        </pc:picChg>
        <pc:picChg chg="add mod">
          <ac:chgData name="CHAEHYUN KIM" userId="917a2da12d83d097" providerId="LiveId" clId="{4493D5F9-2714-41DF-9606-F63A7A6BBB04}" dt="2025-01-23T02:44:41.559" v="11258" actId="1035"/>
          <ac:picMkLst>
            <pc:docMk/>
            <pc:sldMk cId="899672542" sldId="292"/>
            <ac:picMk id="6" creationId="{1F539797-C692-C097-F3C8-FB1D0B6FF8D7}"/>
          </ac:picMkLst>
        </pc:picChg>
      </pc:sldChg>
      <pc:sldChg chg="addSp delSp modSp add mod ord">
        <pc:chgData name="CHAEHYUN KIM" userId="917a2da12d83d097" providerId="LiveId" clId="{4493D5F9-2714-41DF-9606-F63A7A6BBB04}" dt="2025-01-23T04:58:59.560" v="15738"/>
        <pc:sldMkLst>
          <pc:docMk/>
          <pc:sldMk cId="3943284633" sldId="293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943284633" sldId="293"/>
            <ac:spMk id="3" creationId="{1495AB1C-8ABE-E1F2-2A07-BBE539266F02}"/>
          </ac:spMkLst>
        </pc:spChg>
        <pc:spChg chg="mod">
          <ac:chgData name="CHAEHYUN KIM" userId="917a2da12d83d097" providerId="LiveId" clId="{4493D5F9-2714-41DF-9606-F63A7A6BBB04}" dt="2025-01-23T02:48:35.033" v="11645" actId="20577"/>
          <ac:spMkLst>
            <pc:docMk/>
            <pc:sldMk cId="3943284633" sldId="293"/>
            <ac:spMk id="9" creationId="{E2293350-5975-B806-7541-474593A01468}"/>
          </ac:spMkLst>
        </pc:spChg>
        <pc:spChg chg="mod">
          <ac:chgData name="CHAEHYUN KIM" userId="917a2da12d83d097" providerId="LiveId" clId="{4493D5F9-2714-41DF-9606-F63A7A6BBB04}" dt="2025-01-23T02:48:29.327" v="11627" actId="20577"/>
          <ac:spMkLst>
            <pc:docMk/>
            <pc:sldMk cId="3943284633" sldId="293"/>
            <ac:spMk id="11" creationId="{E41F9375-4664-23AB-FECA-CE62DA1C1FFB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943284633" sldId="293"/>
            <ac:spMk id="12" creationId="{76235071-34B8-9D44-1220-BCBCE3049E5C}"/>
          </ac:spMkLst>
        </pc:spChg>
        <pc:spChg chg="mod">
          <ac:chgData name="CHAEHYUN KIM" userId="917a2da12d83d097" providerId="LiveId" clId="{4493D5F9-2714-41DF-9606-F63A7A6BBB04}" dt="2025-01-23T02:48:49.488" v="11713" actId="20577"/>
          <ac:spMkLst>
            <pc:docMk/>
            <pc:sldMk cId="3943284633" sldId="293"/>
            <ac:spMk id="13" creationId="{AA67BB72-78BF-72B9-AC52-A794562E8F0D}"/>
          </ac:spMkLst>
        </pc:spChg>
        <pc:grpChg chg="mod">
          <ac:chgData name="CHAEHYUN KIM" userId="917a2da12d83d097" providerId="LiveId" clId="{4493D5F9-2714-41DF-9606-F63A7A6BBB04}" dt="2025-01-23T02:48:15.445" v="11594" actId="1035"/>
          <ac:grpSpMkLst>
            <pc:docMk/>
            <pc:sldMk cId="3943284633" sldId="293"/>
            <ac:grpSpMk id="7" creationId="{25795E52-392B-86DB-E321-22695A7E7121}"/>
          </ac:grpSpMkLst>
        </pc:grpChg>
        <pc:picChg chg="del">
          <ac:chgData name="CHAEHYUN KIM" userId="917a2da12d83d097" providerId="LiveId" clId="{4493D5F9-2714-41DF-9606-F63A7A6BBB04}" dt="2025-01-23T02:47:56.938" v="11572" actId="478"/>
          <ac:picMkLst>
            <pc:docMk/>
            <pc:sldMk cId="3943284633" sldId="293"/>
            <ac:picMk id="4" creationId="{8D8F89A7-797B-6D29-D49F-B6363FC1360E}"/>
          </ac:picMkLst>
        </pc:picChg>
        <pc:picChg chg="add mod">
          <ac:chgData name="CHAEHYUN KIM" userId="917a2da12d83d097" providerId="LiveId" clId="{4493D5F9-2714-41DF-9606-F63A7A6BBB04}" dt="2025-01-23T02:48:12.550" v="11584" actId="1037"/>
          <ac:picMkLst>
            <pc:docMk/>
            <pc:sldMk cId="3943284633" sldId="293"/>
            <ac:picMk id="6" creationId="{99A9A1C2-C65F-3246-34EE-E8DC7335D28B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726188134" sldId="294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726188134" sldId="294"/>
            <ac:spMk id="2" creationId="{B2EEC2AB-E7F8-4CF9-54A9-C94B3FFCEA95}"/>
          </ac:spMkLst>
        </pc:spChg>
        <pc:spChg chg="mod">
          <ac:chgData name="CHAEHYUN KIM" userId="917a2da12d83d097" providerId="LiveId" clId="{4493D5F9-2714-41DF-9606-F63A7A6BBB04}" dt="2025-01-23T02:50:07.001" v="11730" actId="20577"/>
          <ac:spMkLst>
            <pc:docMk/>
            <pc:sldMk cId="726188134" sldId="294"/>
            <ac:spMk id="7" creationId="{1EFAA4F8-C3DE-1499-FC43-454A3EF03734}"/>
          </ac:spMkLst>
        </pc:spChg>
        <pc:spChg chg="mod">
          <ac:chgData name="CHAEHYUN KIM" userId="917a2da12d83d097" providerId="LiveId" clId="{4493D5F9-2714-41DF-9606-F63A7A6BBB04}" dt="2025-01-23T02:50:17.064" v="11764" actId="20577"/>
          <ac:spMkLst>
            <pc:docMk/>
            <pc:sldMk cId="726188134" sldId="294"/>
            <ac:spMk id="9" creationId="{9569763C-6412-FF5B-F16A-90627E6F0846}"/>
          </ac:spMkLst>
        </pc:spChg>
        <pc:spChg chg="mod">
          <ac:chgData name="CHAEHYUN KIM" userId="917a2da12d83d097" providerId="LiveId" clId="{4493D5F9-2714-41DF-9606-F63A7A6BBB04}" dt="2025-01-23T03:00:21.060" v="11893" actId="20577"/>
          <ac:spMkLst>
            <pc:docMk/>
            <pc:sldMk cId="726188134" sldId="294"/>
            <ac:spMk id="10" creationId="{6137EA6B-B265-C97A-9B7D-382A3B310A05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726188134" sldId="294"/>
            <ac:spMk id="12" creationId="{45E863CB-98D7-F589-0EE3-85C4A3DFC752}"/>
          </ac:spMkLst>
        </pc:spChg>
        <pc:picChg chg="add mod">
          <ac:chgData name="CHAEHYUN KIM" userId="917a2da12d83d097" providerId="LiveId" clId="{4493D5F9-2714-41DF-9606-F63A7A6BBB04}" dt="2025-01-23T02:49:58.053" v="11721" actId="1076"/>
          <ac:picMkLst>
            <pc:docMk/>
            <pc:sldMk cId="726188134" sldId="294"/>
            <ac:picMk id="5" creationId="{1D143A7C-8B72-B1D5-CFC6-7A97722A8907}"/>
          </ac:picMkLst>
        </pc:picChg>
        <pc:picChg chg="del">
          <ac:chgData name="CHAEHYUN KIM" userId="917a2da12d83d097" providerId="LiveId" clId="{4493D5F9-2714-41DF-9606-F63A7A6BBB04}" dt="2025-01-23T02:49:28.233" v="11715" actId="478"/>
          <ac:picMkLst>
            <pc:docMk/>
            <pc:sldMk cId="726188134" sldId="294"/>
            <ac:picMk id="6" creationId="{730ED383-AD53-C318-BDD6-14E6E8DE00AD}"/>
          </ac:picMkLst>
        </pc:picChg>
      </pc:sldChg>
      <pc:sldChg chg="addSp delSp modSp add mod ord">
        <pc:chgData name="CHAEHYUN KIM" userId="917a2da12d83d097" providerId="LiveId" clId="{4493D5F9-2714-41DF-9606-F63A7A6BBB04}" dt="2025-01-23T04:58:59.560" v="15738"/>
        <pc:sldMkLst>
          <pc:docMk/>
          <pc:sldMk cId="829826918" sldId="295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829826918" sldId="295"/>
            <ac:spMk id="3" creationId="{D34FD24E-E42D-F8C8-7668-C11F0A6BAE7B}"/>
          </ac:spMkLst>
        </pc:spChg>
        <pc:spChg chg="mod">
          <ac:chgData name="CHAEHYUN KIM" userId="917a2da12d83d097" providerId="LiveId" clId="{4493D5F9-2714-41DF-9606-F63A7A6BBB04}" dt="2025-01-23T03:02:49.814" v="11921" actId="20577"/>
          <ac:spMkLst>
            <pc:docMk/>
            <pc:sldMk cId="829826918" sldId="295"/>
            <ac:spMk id="9" creationId="{36876B72-75E1-DF92-4A7F-7F34505F9BE2}"/>
          </ac:spMkLst>
        </pc:spChg>
        <pc:spChg chg="mod">
          <ac:chgData name="CHAEHYUN KIM" userId="917a2da12d83d097" providerId="LiveId" clId="{4493D5F9-2714-41DF-9606-F63A7A6BBB04}" dt="2025-01-23T03:03:24.474" v="11970" actId="20577"/>
          <ac:spMkLst>
            <pc:docMk/>
            <pc:sldMk cId="829826918" sldId="295"/>
            <ac:spMk id="11" creationId="{8BF82076-2A37-8352-B781-7EA779D175A3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829826918" sldId="295"/>
            <ac:spMk id="12" creationId="{3BBD9492-E036-93F5-C110-CD001E2C9307}"/>
          </ac:spMkLst>
        </pc:spChg>
        <pc:spChg chg="mod">
          <ac:chgData name="CHAEHYUN KIM" userId="917a2da12d83d097" providerId="LiveId" clId="{4493D5F9-2714-41DF-9606-F63A7A6BBB04}" dt="2025-01-23T03:03:51.111" v="12137" actId="20577"/>
          <ac:spMkLst>
            <pc:docMk/>
            <pc:sldMk cId="829826918" sldId="295"/>
            <ac:spMk id="13" creationId="{D6D9F7E6-163B-810D-C631-B47CFF2032DD}"/>
          </ac:spMkLst>
        </pc:spChg>
        <pc:picChg chg="del">
          <ac:chgData name="CHAEHYUN KIM" userId="917a2da12d83d097" providerId="LiveId" clId="{4493D5F9-2714-41DF-9606-F63A7A6BBB04}" dt="2025-01-23T03:02:51.165" v="11922" actId="478"/>
          <ac:picMkLst>
            <pc:docMk/>
            <pc:sldMk cId="829826918" sldId="295"/>
            <ac:picMk id="4" creationId="{B48E8B40-D22C-FD60-543F-AF261FF2BAD3}"/>
          </ac:picMkLst>
        </pc:picChg>
        <pc:picChg chg="add mod">
          <ac:chgData name="CHAEHYUN KIM" userId="917a2da12d83d097" providerId="LiveId" clId="{4493D5F9-2714-41DF-9606-F63A7A6BBB04}" dt="2025-01-23T03:03:12.321" v="11927" actId="1076"/>
          <ac:picMkLst>
            <pc:docMk/>
            <pc:sldMk cId="829826918" sldId="295"/>
            <ac:picMk id="6" creationId="{CAD9CA0D-F67B-6CCF-210C-AF30DD522163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730221673" sldId="296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730221673" sldId="296"/>
            <ac:spMk id="2" creationId="{1D13DF63-19DF-9B25-3C0C-F075799404C3}"/>
          </ac:spMkLst>
        </pc:spChg>
        <pc:spChg chg="mod">
          <ac:chgData name="CHAEHYUN KIM" userId="917a2da12d83d097" providerId="LiveId" clId="{4493D5F9-2714-41DF-9606-F63A7A6BBB04}" dt="2025-01-23T03:05:19.954" v="12186" actId="20577"/>
          <ac:spMkLst>
            <pc:docMk/>
            <pc:sldMk cId="730221673" sldId="296"/>
            <ac:spMk id="7" creationId="{2B3FB59C-A253-DEEE-441A-2C98B9F62D05}"/>
          </ac:spMkLst>
        </pc:spChg>
        <pc:spChg chg="mod">
          <ac:chgData name="CHAEHYUN KIM" userId="917a2da12d83d097" providerId="LiveId" clId="{4493D5F9-2714-41DF-9606-F63A7A6BBB04}" dt="2025-01-23T03:06:02.023" v="12219" actId="20577"/>
          <ac:spMkLst>
            <pc:docMk/>
            <pc:sldMk cId="730221673" sldId="296"/>
            <ac:spMk id="9" creationId="{9FAA93EE-6474-32EF-2F2C-39FB603796DB}"/>
          </ac:spMkLst>
        </pc:spChg>
        <pc:spChg chg="mod">
          <ac:chgData name="CHAEHYUN KIM" userId="917a2da12d83d097" providerId="LiveId" clId="{4493D5F9-2714-41DF-9606-F63A7A6BBB04}" dt="2025-01-23T03:08:09.573" v="12279" actId="20577"/>
          <ac:spMkLst>
            <pc:docMk/>
            <pc:sldMk cId="730221673" sldId="296"/>
            <ac:spMk id="10" creationId="{6F2E8BAC-1EDF-1F3E-D550-58025E5968EC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730221673" sldId="296"/>
            <ac:spMk id="12" creationId="{75546FBC-1F7B-416E-0335-A9E5114E3E55}"/>
          </ac:spMkLst>
        </pc:spChg>
        <pc:grpChg chg="mod">
          <ac:chgData name="CHAEHYUN KIM" userId="917a2da12d83d097" providerId="LiveId" clId="{4493D5F9-2714-41DF-9606-F63A7A6BBB04}" dt="2025-01-23T03:09:32.936" v="12289" actId="14100"/>
          <ac:grpSpMkLst>
            <pc:docMk/>
            <pc:sldMk cId="730221673" sldId="296"/>
            <ac:grpSpMk id="8" creationId="{7A6970CD-8F82-0E82-4963-BCB56FF9DECE}"/>
          </ac:grpSpMkLst>
        </pc:grpChg>
        <pc:picChg chg="del">
          <ac:chgData name="CHAEHYUN KIM" userId="917a2da12d83d097" providerId="LiveId" clId="{4493D5F9-2714-41DF-9606-F63A7A6BBB04}" dt="2025-01-23T03:05:38.929" v="12187" actId="478"/>
          <ac:picMkLst>
            <pc:docMk/>
            <pc:sldMk cId="730221673" sldId="296"/>
            <ac:picMk id="5" creationId="{69D4150C-B883-AAF0-01C9-7CD6A24F15D2}"/>
          </ac:picMkLst>
        </pc:picChg>
        <pc:picChg chg="add del mod">
          <ac:chgData name="CHAEHYUN KIM" userId="917a2da12d83d097" providerId="LiveId" clId="{4493D5F9-2714-41DF-9606-F63A7A6BBB04}" dt="2025-01-23T03:07:47.988" v="12267" actId="478"/>
          <ac:picMkLst>
            <pc:docMk/>
            <pc:sldMk cId="730221673" sldId="296"/>
            <ac:picMk id="6" creationId="{79129CC0-C69F-3E3C-3933-10AAF6FE5AC1}"/>
          </ac:picMkLst>
        </pc:picChg>
        <pc:picChg chg="add mod">
          <ac:chgData name="CHAEHYUN KIM" userId="917a2da12d83d097" providerId="LiveId" clId="{4493D5F9-2714-41DF-9606-F63A7A6BBB04}" dt="2025-01-23T03:09:12.336" v="12283" actId="14100"/>
          <ac:picMkLst>
            <pc:docMk/>
            <pc:sldMk cId="730221673" sldId="296"/>
            <ac:picMk id="13" creationId="{08185EB6-7F74-2C6C-5D08-C5DB0C3F06B7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2928296766" sldId="297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928296766" sldId="297"/>
            <ac:spMk id="2" creationId="{C2F98A5F-0DEF-E362-CF55-318DD2DD3965}"/>
          </ac:spMkLst>
        </pc:spChg>
        <pc:spChg chg="mod">
          <ac:chgData name="CHAEHYUN KIM" userId="917a2da12d83d097" providerId="LiveId" clId="{4493D5F9-2714-41DF-9606-F63A7A6BBB04}" dt="2025-01-23T03:10:55.923" v="12384" actId="20577"/>
          <ac:spMkLst>
            <pc:docMk/>
            <pc:sldMk cId="2928296766" sldId="297"/>
            <ac:spMk id="7" creationId="{980C4E02-2223-9738-C279-F8FBF8E43209}"/>
          </ac:spMkLst>
        </pc:spChg>
        <pc:spChg chg="mod">
          <ac:chgData name="CHAEHYUN KIM" userId="917a2da12d83d097" providerId="LiveId" clId="{4493D5F9-2714-41DF-9606-F63A7A6BBB04}" dt="2025-01-23T03:11:08.145" v="12395" actId="20577"/>
          <ac:spMkLst>
            <pc:docMk/>
            <pc:sldMk cId="2928296766" sldId="297"/>
            <ac:spMk id="9" creationId="{E5F65C3B-3028-C8DB-C3EC-05374BA8693B}"/>
          </ac:spMkLst>
        </pc:spChg>
        <pc:spChg chg="mod">
          <ac:chgData name="CHAEHYUN KIM" userId="917a2da12d83d097" providerId="LiveId" clId="{4493D5F9-2714-41DF-9606-F63A7A6BBB04}" dt="2025-01-23T03:12:04.509" v="12512" actId="20577"/>
          <ac:spMkLst>
            <pc:docMk/>
            <pc:sldMk cId="2928296766" sldId="297"/>
            <ac:spMk id="10" creationId="{69EB5CE9-425C-5F2A-C14B-657AA2CFFBD6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928296766" sldId="297"/>
            <ac:spMk id="12" creationId="{7DCB25FA-E062-B852-E75B-8D268C6149C7}"/>
          </ac:spMkLst>
        </pc:spChg>
        <pc:picChg chg="add mod">
          <ac:chgData name="CHAEHYUN KIM" userId="917a2da12d83d097" providerId="LiveId" clId="{4493D5F9-2714-41DF-9606-F63A7A6BBB04}" dt="2025-01-23T03:10:20.340" v="12312" actId="1076"/>
          <ac:picMkLst>
            <pc:docMk/>
            <pc:sldMk cId="2928296766" sldId="297"/>
            <ac:picMk id="5" creationId="{BFCE4B60-E9F6-FE7F-C103-E723D803258C}"/>
          </ac:picMkLst>
        </pc:picChg>
        <pc:picChg chg="del">
          <ac:chgData name="CHAEHYUN KIM" userId="917a2da12d83d097" providerId="LiveId" clId="{4493D5F9-2714-41DF-9606-F63A7A6BBB04}" dt="2025-01-23T03:10:13.123" v="12309" actId="478"/>
          <ac:picMkLst>
            <pc:docMk/>
            <pc:sldMk cId="2928296766" sldId="297"/>
            <ac:picMk id="13" creationId="{19E378B5-4008-FC8C-500F-325F83937E81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1174877036" sldId="298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174877036" sldId="298"/>
            <ac:spMk id="2" creationId="{8F84A704-9774-B65D-5A0E-E44CDCA95790}"/>
          </ac:spMkLst>
        </pc:spChg>
        <pc:spChg chg="mod">
          <ac:chgData name="CHAEHYUN KIM" userId="917a2da12d83d097" providerId="LiveId" clId="{4493D5F9-2714-41DF-9606-F63A7A6BBB04}" dt="2025-01-23T03:12:12.209" v="12522" actId="20577"/>
          <ac:spMkLst>
            <pc:docMk/>
            <pc:sldMk cId="1174877036" sldId="298"/>
            <ac:spMk id="7" creationId="{867B24B8-EA0E-3740-DDF5-9BB0CC695D17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174877036" sldId="298"/>
            <ac:spMk id="12" creationId="{8B82524E-3678-511B-37FD-0574A8905D85}"/>
          </ac:spMkLst>
        </pc:spChg>
        <pc:spChg chg="mod">
          <ac:chgData name="CHAEHYUN KIM" userId="917a2da12d83d097" providerId="LiveId" clId="{4493D5F9-2714-41DF-9606-F63A7A6BBB04}" dt="2025-01-23T03:15:30.202" v="13051" actId="20577"/>
          <ac:spMkLst>
            <pc:docMk/>
            <pc:sldMk cId="1174877036" sldId="298"/>
            <ac:spMk id="13" creationId="{0C458CCC-03EF-8569-6241-DF760ECBFD16}"/>
          </ac:spMkLst>
        </pc:spChg>
        <pc:spChg chg="mod">
          <ac:chgData name="CHAEHYUN KIM" userId="917a2da12d83d097" providerId="LiveId" clId="{4493D5F9-2714-41DF-9606-F63A7A6BBB04}" dt="2025-01-23T03:15:00.067" v="13038" actId="20577"/>
          <ac:spMkLst>
            <pc:docMk/>
            <pc:sldMk cId="1174877036" sldId="298"/>
            <ac:spMk id="14" creationId="{D069B182-7BD0-45C5-0E40-F907A4F3EFCC}"/>
          </ac:spMkLst>
        </pc:spChg>
        <pc:grpChg chg="del">
          <ac:chgData name="CHAEHYUN KIM" userId="917a2da12d83d097" providerId="LiveId" clId="{4493D5F9-2714-41DF-9606-F63A7A6BBB04}" dt="2025-01-23T03:12:37.617" v="12527" actId="478"/>
          <ac:grpSpMkLst>
            <pc:docMk/>
            <pc:sldMk cId="1174877036" sldId="298"/>
            <ac:grpSpMk id="8" creationId="{736FD0BD-13B6-12DD-6A7F-7875D3E3B46E}"/>
          </ac:grpSpMkLst>
        </pc:grpChg>
        <pc:grpChg chg="add mod">
          <ac:chgData name="CHAEHYUN KIM" userId="917a2da12d83d097" providerId="LiveId" clId="{4493D5F9-2714-41DF-9606-F63A7A6BBB04}" dt="2025-01-23T03:20:36.180" v="13371" actId="1036"/>
          <ac:grpSpMkLst>
            <pc:docMk/>
            <pc:sldMk cId="1174877036" sldId="298"/>
            <ac:grpSpMk id="11" creationId="{631D85EA-5D94-7DE3-530C-D70407AFDDD8}"/>
          </ac:grpSpMkLst>
        </pc:grpChg>
        <pc:picChg chg="del">
          <ac:chgData name="CHAEHYUN KIM" userId="917a2da12d83d097" providerId="LiveId" clId="{4493D5F9-2714-41DF-9606-F63A7A6BBB04}" dt="2025-01-23T03:12:30.216" v="12525" actId="478"/>
          <ac:picMkLst>
            <pc:docMk/>
            <pc:sldMk cId="1174877036" sldId="298"/>
            <ac:picMk id="5" creationId="{5BC07B8E-5193-5464-812A-4253B91240C1}"/>
          </ac:picMkLst>
        </pc:picChg>
        <pc:picChg chg="add mod">
          <ac:chgData name="CHAEHYUN KIM" userId="917a2da12d83d097" providerId="LiveId" clId="{4493D5F9-2714-41DF-9606-F63A7A6BBB04}" dt="2025-01-23T03:12:58.707" v="12530" actId="1076"/>
          <ac:picMkLst>
            <pc:docMk/>
            <pc:sldMk cId="1174877036" sldId="298"/>
            <ac:picMk id="6" creationId="{DB07CCD8-F3EA-EFD5-A796-6815DE4E9D05}"/>
          </ac:picMkLst>
        </pc:picChg>
        <pc:picChg chg="add mod">
          <ac:chgData name="CHAEHYUN KIM" userId="917a2da12d83d097" providerId="LiveId" clId="{4493D5F9-2714-41DF-9606-F63A7A6BBB04}" dt="2025-01-23T03:20:43.004" v="13373" actId="1076"/>
          <ac:picMkLst>
            <pc:docMk/>
            <pc:sldMk cId="1174877036" sldId="298"/>
            <ac:picMk id="16" creationId="{EBF91042-6A73-1AE1-74EE-919633E017D4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3812624443" sldId="299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812624443" sldId="299"/>
            <ac:spMk id="2" creationId="{CB5819F0-7D66-7EE6-3F69-1E13EF82F54A}"/>
          </ac:spMkLst>
        </pc:spChg>
        <pc:spChg chg="mod">
          <ac:chgData name="CHAEHYUN KIM" userId="917a2da12d83d097" providerId="LiveId" clId="{4493D5F9-2714-41DF-9606-F63A7A6BBB04}" dt="2025-01-23T03:15:43.776" v="13069" actId="20577"/>
          <ac:spMkLst>
            <pc:docMk/>
            <pc:sldMk cId="3812624443" sldId="299"/>
            <ac:spMk id="7" creationId="{A786096E-0A02-140F-3D07-EE0D2152153E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812624443" sldId="299"/>
            <ac:spMk id="12" creationId="{E4B734C2-9043-B9C5-9A9B-0702D189BAFC}"/>
          </ac:spMkLst>
        </pc:spChg>
        <pc:spChg chg="mod">
          <ac:chgData name="CHAEHYUN KIM" userId="917a2da12d83d097" providerId="LiveId" clId="{4493D5F9-2714-41DF-9606-F63A7A6BBB04}" dt="2025-01-23T03:15:46.213" v="13078" actId="20577"/>
          <ac:spMkLst>
            <pc:docMk/>
            <pc:sldMk cId="3812624443" sldId="299"/>
            <ac:spMk id="13" creationId="{DDBF3EF6-046C-1E8D-650C-C1350760EC64}"/>
          </ac:spMkLst>
        </pc:spChg>
        <pc:spChg chg="mod">
          <ac:chgData name="CHAEHYUN KIM" userId="917a2da12d83d097" providerId="LiveId" clId="{4493D5F9-2714-41DF-9606-F63A7A6BBB04}" dt="2025-01-23T03:18:06.748" v="13338" actId="20577"/>
          <ac:spMkLst>
            <pc:docMk/>
            <pc:sldMk cId="3812624443" sldId="299"/>
            <ac:spMk id="14" creationId="{FE54409C-F358-40CC-579B-4A98D81DCEB3}"/>
          </ac:spMkLst>
        </pc:spChg>
        <pc:grpChg chg="mod">
          <ac:chgData name="CHAEHYUN KIM" userId="917a2da12d83d097" providerId="LiveId" clId="{4493D5F9-2714-41DF-9606-F63A7A6BBB04}" dt="2025-01-23T03:22:03.992" v="13445" actId="1035"/>
          <ac:grpSpMkLst>
            <pc:docMk/>
            <pc:sldMk cId="3812624443" sldId="299"/>
            <ac:grpSpMk id="11" creationId="{AD100FF7-74FB-383A-2F06-4068010CCACA}"/>
          </ac:grpSpMkLst>
        </pc:grpChg>
        <pc:picChg chg="add mod">
          <ac:chgData name="CHAEHYUN KIM" userId="917a2da12d83d097" providerId="LiveId" clId="{4493D5F9-2714-41DF-9606-F63A7A6BBB04}" dt="2025-01-23T03:16:26.866" v="13084" actId="1076"/>
          <ac:picMkLst>
            <pc:docMk/>
            <pc:sldMk cId="3812624443" sldId="299"/>
            <ac:picMk id="5" creationId="{481C7145-984F-E962-C866-BC4712C78D86}"/>
          </ac:picMkLst>
        </pc:picChg>
        <pc:picChg chg="del">
          <ac:chgData name="CHAEHYUN KIM" userId="917a2da12d83d097" providerId="LiveId" clId="{4493D5F9-2714-41DF-9606-F63A7A6BBB04}" dt="2025-01-23T03:16:15.253" v="13079" actId="478"/>
          <ac:picMkLst>
            <pc:docMk/>
            <pc:sldMk cId="3812624443" sldId="299"/>
            <ac:picMk id="6" creationId="{5613A397-FBB8-9DB4-7719-566ABC2D4104}"/>
          </ac:picMkLst>
        </pc:picChg>
        <pc:picChg chg="add mod modCrop">
          <ac:chgData name="CHAEHYUN KIM" userId="917a2da12d83d097" providerId="LiveId" clId="{4493D5F9-2714-41DF-9606-F63A7A6BBB04}" dt="2025-01-23T03:21:52.942" v="13415" actId="1076"/>
          <ac:picMkLst>
            <pc:docMk/>
            <pc:sldMk cId="3812624443" sldId="299"/>
            <ac:picMk id="9" creationId="{FD9B3DB9-01B4-91C3-436A-6858FC038FA1}"/>
          </ac:picMkLst>
        </pc:picChg>
        <pc:picChg chg="add mod modCrop">
          <ac:chgData name="CHAEHYUN KIM" userId="917a2da12d83d097" providerId="LiveId" clId="{4493D5F9-2714-41DF-9606-F63A7A6BBB04}" dt="2025-01-23T03:21:55.878" v="13416" actId="1076"/>
          <ac:picMkLst>
            <pc:docMk/>
            <pc:sldMk cId="3812624443" sldId="299"/>
            <ac:picMk id="10" creationId="{EE293E4B-EB31-B51C-2C26-E8FBA473A89B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1517665343" sldId="300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517665343" sldId="300"/>
            <ac:spMk id="3" creationId="{169CF1D0-932D-2B83-8F2D-385BC6DB96D2}"/>
          </ac:spMkLst>
        </pc:spChg>
        <pc:spChg chg="mod">
          <ac:chgData name="CHAEHYUN KIM" userId="917a2da12d83d097" providerId="LiveId" clId="{4493D5F9-2714-41DF-9606-F63A7A6BBB04}" dt="2025-01-23T03:23:56.246" v="13678" actId="20577"/>
          <ac:spMkLst>
            <pc:docMk/>
            <pc:sldMk cId="1517665343" sldId="300"/>
            <ac:spMk id="9" creationId="{8AF3714E-4D10-3BAA-4368-60A4CAC460A7}"/>
          </ac:spMkLst>
        </pc:spChg>
        <pc:spChg chg="mod">
          <ac:chgData name="CHAEHYUN KIM" userId="917a2da12d83d097" providerId="LiveId" clId="{4493D5F9-2714-41DF-9606-F63A7A6BBB04}" dt="2025-01-23T03:22:45.198" v="13478" actId="20577"/>
          <ac:spMkLst>
            <pc:docMk/>
            <pc:sldMk cId="1517665343" sldId="300"/>
            <ac:spMk id="11" creationId="{8269CED9-5039-1612-AC90-B4CE1B176567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517665343" sldId="300"/>
            <ac:spMk id="12" creationId="{8D64231F-6155-FD55-D4B6-FF5547B24836}"/>
          </ac:spMkLst>
        </pc:spChg>
        <pc:spChg chg="mod">
          <ac:chgData name="CHAEHYUN KIM" userId="917a2da12d83d097" providerId="LiveId" clId="{4493D5F9-2714-41DF-9606-F63A7A6BBB04}" dt="2025-01-23T03:26:05.017" v="13790"/>
          <ac:spMkLst>
            <pc:docMk/>
            <pc:sldMk cId="1517665343" sldId="300"/>
            <ac:spMk id="13" creationId="{CD39E4D7-56F0-4349-2FCF-A236BC3BF11F}"/>
          </ac:spMkLst>
        </pc:spChg>
        <pc:spChg chg="mod">
          <ac:chgData name="CHAEHYUN KIM" userId="917a2da12d83d097" providerId="LiveId" clId="{4493D5F9-2714-41DF-9606-F63A7A6BBB04}" dt="2025-01-23T03:25:54.580" v="13778" actId="20577"/>
          <ac:spMkLst>
            <pc:docMk/>
            <pc:sldMk cId="1517665343" sldId="300"/>
            <ac:spMk id="15" creationId="{7AD8B148-5D57-CCF4-1F7F-9D40FD83BAA0}"/>
          </ac:spMkLst>
        </pc:spChg>
        <pc:spChg chg="mod">
          <ac:chgData name="CHAEHYUN KIM" userId="917a2da12d83d097" providerId="LiveId" clId="{4493D5F9-2714-41DF-9606-F63A7A6BBB04}" dt="2025-01-23T03:26:22.953" v="13916" actId="20577"/>
          <ac:spMkLst>
            <pc:docMk/>
            <pc:sldMk cId="1517665343" sldId="300"/>
            <ac:spMk id="16" creationId="{23D22DD6-FDFC-C960-A8A6-7501D2C7F09B}"/>
          </ac:spMkLst>
        </pc:spChg>
        <pc:grpChg chg="mod">
          <ac:chgData name="CHAEHYUN KIM" userId="917a2da12d83d097" providerId="LiveId" clId="{4493D5F9-2714-41DF-9606-F63A7A6BBB04}" dt="2025-01-23T03:25:15.387" v="13743" actId="1076"/>
          <ac:grpSpMkLst>
            <pc:docMk/>
            <pc:sldMk cId="1517665343" sldId="300"/>
            <ac:grpSpMk id="7" creationId="{327BA68A-56AF-3C41-B84B-608DFCC757FF}"/>
          </ac:grpSpMkLst>
        </pc:grpChg>
        <pc:grpChg chg="add mod">
          <ac:chgData name="CHAEHYUN KIM" userId="917a2da12d83d097" providerId="LiveId" clId="{4493D5F9-2714-41DF-9606-F63A7A6BBB04}" dt="2025-01-23T03:26:28.660" v="13917" actId="1076"/>
          <ac:grpSpMkLst>
            <pc:docMk/>
            <pc:sldMk cId="1517665343" sldId="300"/>
            <ac:grpSpMk id="14" creationId="{EB5BBF47-6298-6736-1B59-BB4756B0D352}"/>
          </ac:grpSpMkLst>
        </pc:grpChg>
        <pc:picChg chg="add mod">
          <ac:chgData name="CHAEHYUN KIM" userId="917a2da12d83d097" providerId="LiveId" clId="{4493D5F9-2714-41DF-9606-F63A7A6BBB04}" dt="2025-01-23T03:24:42.265" v="13733" actId="1037"/>
          <ac:picMkLst>
            <pc:docMk/>
            <pc:sldMk cId="1517665343" sldId="300"/>
            <ac:picMk id="4" creationId="{9196EB5D-7147-7B66-4687-D3CC4A1FD384}"/>
          </ac:picMkLst>
        </pc:picChg>
        <pc:picChg chg="del">
          <ac:chgData name="CHAEHYUN KIM" userId="917a2da12d83d097" providerId="LiveId" clId="{4493D5F9-2714-41DF-9606-F63A7A6BBB04}" dt="2025-01-23T03:22:26.443" v="13446" actId="478"/>
          <ac:picMkLst>
            <pc:docMk/>
            <pc:sldMk cId="1517665343" sldId="300"/>
            <ac:picMk id="6" creationId="{DC50E0A4-DFD4-1F3A-1698-3A57B28D3DF7}"/>
          </ac:picMkLst>
        </pc:picChg>
        <pc:picChg chg="add mod">
          <ac:chgData name="CHAEHYUN KIM" userId="917a2da12d83d097" providerId="LiveId" clId="{4493D5F9-2714-41DF-9606-F63A7A6BBB04}" dt="2025-01-23T03:25:23.239" v="13746" actId="1076"/>
          <ac:picMkLst>
            <pc:docMk/>
            <pc:sldMk cId="1517665343" sldId="300"/>
            <ac:picMk id="10" creationId="{BA998901-C2AE-17A7-DA64-CA755DA782DE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2387147616" sldId="301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387147616" sldId="301"/>
            <ac:spMk id="2" creationId="{716E5FE1-59E2-895A-76CF-4193A42B48E9}"/>
          </ac:spMkLst>
        </pc:spChg>
        <pc:spChg chg="mod">
          <ac:chgData name="CHAEHYUN KIM" userId="917a2da12d83d097" providerId="LiveId" clId="{4493D5F9-2714-41DF-9606-F63A7A6BBB04}" dt="2025-01-23T03:28:07.832" v="13960" actId="20577"/>
          <ac:spMkLst>
            <pc:docMk/>
            <pc:sldMk cId="2387147616" sldId="301"/>
            <ac:spMk id="7" creationId="{D405B2F5-F012-AE7C-C311-1AA1160781A1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387147616" sldId="301"/>
            <ac:spMk id="12" creationId="{410DC7D7-8753-E74C-BF10-AEDC13F9665B}"/>
          </ac:spMkLst>
        </pc:spChg>
        <pc:spChg chg="mod">
          <ac:chgData name="CHAEHYUN KIM" userId="917a2da12d83d097" providerId="LiveId" clId="{4493D5F9-2714-41DF-9606-F63A7A6BBB04}" dt="2025-01-23T03:28:15.898" v="13990" actId="20577"/>
          <ac:spMkLst>
            <pc:docMk/>
            <pc:sldMk cId="2387147616" sldId="301"/>
            <ac:spMk id="13" creationId="{7DFF7CD7-4DFC-E755-568D-49B74222DBCD}"/>
          </ac:spMkLst>
        </pc:spChg>
        <pc:spChg chg="mod">
          <ac:chgData name="CHAEHYUN KIM" userId="917a2da12d83d097" providerId="LiveId" clId="{4493D5F9-2714-41DF-9606-F63A7A6BBB04}" dt="2025-01-23T03:29:56.104" v="14367" actId="20577"/>
          <ac:spMkLst>
            <pc:docMk/>
            <pc:sldMk cId="2387147616" sldId="301"/>
            <ac:spMk id="14" creationId="{156C1E4B-A13A-83AE-7FD2-4684BF104B35}"/>
          </ac:spMkLst>
        </pc:spChg>
        <pc:grpChg chg="mod">
          <ac:chgData name="CHAEHYUN KIM" userId="917a2da12d83d097" providerId="LiveId" clId="{4493D5F9-2714-41DF-9606-F63A7A6BBB04}" dt="2025-01-23T03:30:05.136" v="14391" actId="1036"/>
          <ac:grpSpMkLst>
            <pc:docMk/>
            <pc:sldMk cId="2387147616" sldId="301"/>
            <ac:grpSpMk id="11" creationId="{A1FA9EB6-CB6E-71FD-0D2D-C8764D03E195}"/>
          </ac:grpSpMkLst>
        </pc:grpChg>
        <pc:picChg chg="del">
          <ac:chgData name="CHAEHYUN KIM" userId="917a2da12d83d097" providerId="LiveId" clId="{4493D5F9-2714-41DF-9606-F63A7A6BBB04}" dt="2025-01-23T03:27:48.230" v="13939" actId="478"/>
          <ac:picMkLst>
            <pc:docMk/>
            <pc:sldMk cId="2387147616" sldId="301"/>
            <ac:picMk id="5" creationId="{B0239B53-4230-4071-370D-11C11C2A47A1}"/>
          </ac:picMkLst>
        </pc:picChg>
        <pc:picChg chg="add mod">
          <ac:chgData name="CHAEHYUN KIM" userId="917a2da12d83d097" providerId="LiveId" clId="{4493D5F9-2714-41DF-9606-F63A7A6BBB04}" dt="2025-01-23T03:27:57.876" v="13942" actId="1076"/>
          <ac:picMkLst>
            <pc:docMk/>
            <pc:sldMk cId="2387147616" sldId="301"/>
            <ac:picMk id="6" creationId="{78ABFB7A-D367-0F2A-E162-852B17099DEA}"/>
          </ac:picMkLst>
        </pc:picChg>
        <pc:picChg chg="del">
          <ac:chgData name="CHAEHYUN KIM" userId="917a2da12d83d097" providerId="LiveId" clId="{4493D5F9-2714-41DF-9606-F63A7A6BBB04}" dt="2025-01-23T03:27:59.164" v="13943" actId="478"/>
          <ac:picMkLst>
            <pc:docMk/>
            <pc:sldMk cId="2387147616" sldId="301"/>
            <ac:picMk id="9" creationId="{1398D0F4-41F8-91C8-BF6C-B1838F3D2D8C}"/>
          </ac:picMkLst>
        </pc:picChg>
        <pc:picChg chg="del">
          <ac:chgData name="CHAEHYUN KIM" userId="917a2da12d83d097" providerId="LiveId" clId="{4493D5F9-2714-41DF-9606-F63A7A6BBB04}" dt="2025-01-23T03:28:00.443" v="13944" actId="478"/>
          <ac:picMkLst>
            <pc:docMk/>
            <pc:sldMk cId="2387147616" sldId="301"/>
            <ac:picMk id="10" creationId="{31E1A439-D4CC-3DBB-9C37-8B3DE51E024E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2948415751" sldId="302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948415751" sldId="302"/>
            <ac:spMk id="2" creationId="{F07909AB-417A-2BC8-B2C3-CF23EC144D6D}"/>
          </ac:spMkLst>
        </pc:spChg>
        <pc:spChg chg="mod">
          <ac:chgData name="CHAEHYUN KIM" userId="917a2da12d83d097" providerId="LiveId" clId="{4493D5F9-2714-41DF-9606-F63A7A6BBB04}" dt="2025-01-23T03:32:00.799" v="14441" actId="20577"/>
          <ac:spMkLst>
            <pc:docMk/>
            <pc:sldMk cId="2948415751" sldId="302"/>
            <ac:spMk id="7" creationId="{4C5EAB13-1251-DEFD-38FD-84A3E7B7F088}"/>
          </ac:spMkLst>
        </pc:spChg>
        <pc:spChg chg="mod">
          <ac:chgData name="CHAEHYUN KIM" userId="917a2da12d83d097" providerId="LiveId" clId="{4493D5F9-2714-41DF-9606-F63A7A6BBB04}" dt="2025-01-23T03:32:37.400" v="14475" actId="20577"/>
          <ac:spMkLst>
            <pc:docMk/>
            <pc:sldMk cId="2948415751" sldId="302"/>
            <ac:spMk id="9" creationId="{6CA0FFB0-E045-DFFF-CF60-1CDE190FB902}"/>
          </ac:spMkLst>
        </pc:spChg>
        <pc:spChg chg="mod">
          <ac:chgData name="CHAEHYUN KIM" userId="917a2da12d83d097" providerId="LiveId" clId="{4493D5F9-2714-41DF-9606-F63A7A6BBB04}" dt="2025-01-23T03:32:51.445" v="14493" actId="20577"/>
          <ac:spMkLst>
            <pc:docMk/>
            <pc:sldMk cId="2948415751" sldId="302"/>
            <ac:spMk id="10" creationId="{064A26DC-7D00-0765-2D09-4519E98D106F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2948415751" sldId="302"/>
            <ac:spMk id="12" creationId="{A82030AA-56C5-B482-3992-BF5BEFBFCE9F}"/>
          </ac:spMkLst>
        </pc:spChg>
        <pc:picChg chg="del">
          <ac:chgData name="CHAEHYUN KIM" userId="917a2da12d83d097" providerId="LiveId" clId="{4493D5F9-2714-41DF-9606-F63A7A6BBB04}" dt="2025-01-23T03:32:13.279" v="14442" actId="478"/>
          <ac:picMkLst>
            <pc:docMk/>
            <pc:sldMk cId="2948415751" sldId="302"/>
            <ac:picMk id="5" creationId="{1B00390D-E004-F250-2814-E81604D8F383}"/>
          </ac:picMkLst>
        </pc:picChg>
        <pc:picChg chg="add mod">
          <ac:chgData name="CHAEHYUN KIM" userId="917a2da12d83d097" providerId="LiveId" clId="{4493D5F9-2714-41DF-9606-F63A7A6BBB04}" dt="2025-01-23T03:32:21.247" v="14445" actId="1076"/>
          <ac:picMkLst>
            <pc:docMk/>
            <pc:sldMk cId="2948415751" sldId="302"/>
            <ac:picMk id="6" creationId="{D9613A8D-DB1A-B25D-C7A7-A1F71B1CD4DC}"/>
          </ac:picMkLst>
        </pc:picChg>
      </pc:sldChg>
      <pc:sldChg chg="modSp add del mod">
        <pc:chgData name="CHAEHYUN KIM" userId="917a2da12d83d097" providerId="LiveId" clId="{4493D5F9-2714-41DF-9606-F63A7A6BBB04}" dt="2025-01-23T03:31:13.514" v="14408"/>
        <pc:sldMkLst>
          <pc:docMk/>
          <pc:sldMk cId="3675700508" sldId="302"/>
        </pc:sldMkLst>
        <pc:spChg chg="mod">
          <ac:chgData name="CHAEHYUN KIM" userId="917a2da12d83d097" providerId="LiveId" clId="{4493D5F9-2714-41DF-9606-F63A7A6BBB04}" dt="2025-01-23T03:31:13.184" v="14407" actId="20577"/>
          <ac:spMkLst>
            <pc:docMk/>
            <pc:sldMk cId="3675700508" sldId="302"/>
            <ac:spMk id="7" creationId="{2BDDB6F3-BA21-7226-A524-C895F3D22DC3}"/>
          </ac:spMkLst>
        </pc:spChg>
      </pc:sldChg>
      <pc:sldChg chg="modSp add del mod">
        <pc:chgData name="CHAEHYUN KIM" userId="917a2da12d83d097" providerId="LiveId" clId="{4493D5F9-2714-41DF-9606-F63A7A6BBB04}" dt="2025-01-23T03:30:42.971" v="14400" actId="47"/>
        <pc:sldMkLst>
          <pc:docMk/>
          <pc:sldMk cId="3844917160" sldId="302"/>
        </pc:sldMkLst>
        <pc:spChg chg="mod">
          <ac:chgData name="CHAEHYUN KIM" userId="917a2da12d83d097" providerId="LiveId" clId="{4493D5F9-2714-41DF-9606-F63A7A6BBB04}" dt="2025-01-23T03:30:40.457" v="14399" actId="6549"/>
          <ac:spMkLst>
            <pc:docMk/>
            <pc:sldMk cId="3844917160" sldId="302"/>
            <ac:spMk id="7" creationId="{A1B5B60A-31BA-35AD-6B3E-D08CC7D900D3}"/>
          </ac:spMkLst>
        </pc:sp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1552252788" sldId="303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552252788" sldId="303"/>
            <ac:spMk id="2" creationId="{B0BAA541-3FF1-025F-F3D0-FFAAD37CD212}"/>
          </ac:spMkLst>
        </pc:spChg>
        <pc:spChg chg="mod">
          <ac:chgData name="CHAEHYUN KIM" userId="917a2da12d83d097" providerId="LiveId" clId="{4493D5F9-2714-41DF-9606-F63A7A6BBB04}" dt="2025-01-23T03:33:27.992" v="14536" actId="20577"/>
          <ac:spMkLst>
            <pc:docMk/>
            <pc:sldMk cId="1552252788" sldId="303"/>
            <ac:spMk id="7" creationId="{04F59E49-C531-9513-CD4A-DC1FFF5CC186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552252788" sldId="303"/>
            <ac:spMk id="12" creationId="{4B4F0271-D027-37A7-1BB9-14BB98447B4D}"/>
          </ac:spMkLst>
        </pc:spChg>
        <pc:spChg chg="mod">
          <ac:chgData name="CHAEHYUN KIM" userId="917a2da12d83d097" providerId="LiveId" clId="{4493D5F9-2714-41DF-9606-F63A7A6BBB04}" dt="2025-01-23T03:33:52.122" v="14574" actId="20577"/>
          <ac:spMkLst>
            <pc:docMk/>
            <pc:sldMk cId="1552252788" sldId="303"/>
            <ac:spMk id="13" creationId="{9355BD26-EFB5-19A7-581E-3B17BAD1FB5F}"/>
          </ac:spMkLst>
        </pc:spChg>
        <pc:spChg chg="mod">
          <ac:chgData name="CHAEHYUN KIM" userId="917a2da12d83d097" providerId="LiveId" clId="{4493D5F9-2714-41DF-9606-F63A7A6BBB04}" dt="2025-01-23T03:35:28.022" v="14820" actId="20577"/>
          <ac:spMkLst>
            <pc:docMk/>
            <pc:sldMk cId="1552252788" sldId="303"/>
            <ac:spMk id="14" creationId="{76B8CCF7-AE22-C812-F628-55DE6BC8B631}"/>
          </ac:spMkLst>
        </pc:spChg>
        <pc:picChg chg="add mod">
          <ac:chgData name="CHAEHYUN KIM" userId="917a2da12d83d097" providerId="LiveId" clId="{4493D5F9-2714-41DF-9606-F63A7A6BBB04}" dt="2025-01-23T03:34:20.504" v="14580" actId="1076"/>
          <ac:picMkLst>
            <pc:docMk/>
            <pc:sldMk cId="1552252788" sldId="303"/>
            <ac:picMk id="5" creationId="{6F8A9AB2-CA09-CFE8-2D19-D3ECE925F923}"/>
          </ac:picMkLst>
        </pc:picChg>
        <pc:picChg chg="del">
          <ac:chgData name="CHAEHYUN KIM" userId="917a2da12d83d097" providerId="LiveId" clId="{4493D5F9-2714-41DF-9606-F63A7A6BBB04}" dt="2025-01-23T03:34:04.664" v="14575" actId="478"/>
          <ac:picMkLst>
            <pc:docMk/>
            <pc:sldMk cId="1552252788" sldId="303"/>
            <ac:picMk id="6" creationId="{2FA1BBF7-2C4B-BF82-06B4-CDF990EE6759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3356903104" sldId="304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356903104" sldId="304"/>
            <ac:spMk id="2" creationId="{550D810C-2C36-7803-D6AE-CEA75AF1CD70}"/>
          </ac:spMkLst>
        </pc:spChg>
        <pc:spChg chg="mod">
          <ac:chgData name="CHAEHYUN KIM" userId="917a2da12d83d097" providerId="LiveId" clId="{4493D5F9-2714-41DF-9606-F63A7A6BBB04}" dt="2025-01-23T03:37:09.128" v="14845" actId="20577"/>
          <ac:spMkLst>
            <pc:docMk/>
            <pc:sldMk cId="3356903104" sldId="304"/>
            <ac:spMk id="7" creationId="{F9893A6C-09F3-810B-2639-7761224288C2}"/>
          </ac:spMkLst>
        </pc:spChg>
        <pc:spChg chg="mod">
          <ac:chgData name="CHAEHYUN KIM" userId="917a2da12d83d097" providerId="LiveId" clId="{4493D5F9-2714-41DF-9606-F63A7A6BBB04}" dt="2025-01-23T03:37:15.572" v="14878" actId="20577"/>
          <ac:spMkLst>
            <pc:docMk/>
            <pc:sldMk cId="3356903104" sldId="304"/>
            <ac:spMk id="9" creationId="{0C63C727-3C3B-F666-FBAF-7447F7722B11}"/>
          </ac:spMkLst>
        </pc:spChg>
        <pc:spChg chg="mod">
          <ac:chgData name="CHAEHYUN KIM" userId="917a2da12d83d097" providerId="LiveId" clId="{4493D5F9-2714-41DF-9606-F63A7A6BBB04}" dt="2025-01-23T03:38:21.511" v="15100" actId="20577"/>
          <ac:spMkLst>
            <pc:docMk/>
            <pc:sldMk cId="3356903104" sldId="304"/>
            <ac:spMk id="10" creationId="{0F4548BF-F622-7626-26CF-1922A622BA6E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3356903104" sldId="304"/>
            <ac:spMk id="12" creationId="{8A5EC400-8F49-3110-9ADE-AFA0F2F74BA3}"/>
          </ac:spMkLst>
        </pc:spChg>
        <pc:picChg chg="add del mod">
          <ac:chgData name="CHAEHYUN KIM" userId="917a2da12d83d097" providerId="LiveId" clId="{4493D5F9-2714-41DF-9606-F63A7A6BBB04}" dt="2025-01-23T03:37:26.802" v="14883" actId="22"/>
          <ac:picMkLst>
            <pc:docMk/>
            <pc:sldMk cId="3356903104" sldId="304"/>
            <ac:picMk id="5" creationId="{B69B7517-67FE-8CFC-CAD8-DF264978F5B2}"/>
          </ac:picMkLst>
        </pc:picChg>
        <pc:picChg chg="del">
          <ac:chgData name="CHAEHYUN KIM" userId="917a2da12d83d097" providerId="LiveId" clId="{4493D5F9-2714-41DF-9606-F63A7A6BBB04}" dt="2025-01-23T03:37:23.780" v="14879" actId="478"/>
          <ac:picMkLst>
            <pc:docMk/>
            <pc:sldMk cId="3356903104" sldId="304"/>
            <ac:picMk id="6" creationId="{CCC36A2D-2B4D-0F58-A97D-F996E3D38B03}"/>
          </ac:picMkLst>
        </pc:picChg>
        <pc:picChg chg="add mod">
          <ac:chgData name="CHAEHYUN KIM" userId="917a2da12d83d097" providerId="LiveId" clId="{4493D5F9-2714-41DF-9606-F63A7A6BBB04}" dt="2025-01-23T03:37:43.046" v="14885" actId="1076"/>
          <ac:picMkLst>
            <pc:docMk/>
            <pc:sldMk cId="3356903104" sldId="304"/>
            <ac:picMk id="13" creationId="{334F606E-B245-7986-05BF-2EC6FD4AE90A}"/>
          </ac:picMkLst>
        </pc:picChg>
      </pc:sldChg>
      <pc:sldChg chg="addSp delSp modSp add mod">
        <pc:chgData name="CHAEHYUN KIM" userId="917a2da12d83d097" providerId="LiveId" clId="{4493D5F9-2714-41DF-9606-F63A7A6BBB04}" dt="2025-01-23T04:58:59.560" v="15738"/>
        <pc:sldMkLst>
          <pc:docMk/>
          <pc:sldMk cId="1403911901" sldId="305"/>
        </pc:sldMkLst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403911901" sldId="305"/>
            <ac:spMk id="2" creationId="{220D45C0-BC22-F61F-98D4-7522DCCF3609}"/>
          </ac:spMkLst>
        </pc:spChg>
        <pc:spChg chg="mod">
          <ac:chgData name="CHAEHYUN KIM" userId="917a2da12d83d097" providerId="LiveId" clId="{4493D5F9-2714-41DF-9606-F63A7A6BBB04}" dt="2025-01-23T03:39:33.373" v="15204" actId="20577"/>
          <ac:spMkLst>
            <pc:docMk/>
            <pc:sldMk cId="1403911901" sldId="305"/>
            <ac:spMk id="7" creationId="{85D71090-BB99-3DF9-6EF5-481C050E9304}"/>
          </ac:spMkLst>
        </pc:spChg>
        <pc:spChg chg="mod">
          <ac:chgData name="CHAEHYUN KIM" userId="917a2da12d83d097" providerId="LiveId" clId="{4493D5F9-2714-41DF-9606-F63A7A6BBB04}" dt="2025-01-23T04:58:59.560" v="15738"/>
          <ac:spMkLst>
            <pc:docMk/>
            <pc:sldMk cId="1403911901" sldId="305"/>
            <ac:spMk id="12" creationId="{B515744B-85CD-96A2-60D6-DBC30A7D2745}"/>
          </ac:spMkLst>
        </pc:spChg>
        <pc:spChg chg="mod">
          <ac:chgData name="CHAEHYUN KIM" userId="917a2da12d83d097" providerId="LiveId" clId="{4493D5F9-2714-41DF-9606-F63A7A6BBB04}" dt="2025-01-23T03:39:24.151" v="15170" actId="20577"/>
          <ac:spMkLst>
            <pc:docMk/>
            <pc:sldMk cId="1403911901" sldId="305"/>
            <ac:spMk id="13" creationId="{7C244AD8-F97F-92AC-742E-169C5EA8E3F1}"/>
          </ac:spMkLst>
        </pc:spChg>
        <pc:spChg chg="mod">
          <ac:chgData name="CHAEHYUN KIM" userId="917a2da12d83d097" providerId="LiveId" clId="{4493D5F9-2714-41DF-9606-F63A7A6BBB04}" dt="2025-01-23T03:41:48.949" v="15625" actId="20577"/>
          <ac:spMkLst>
            <pc:docMk/>
            <pc:sldMk cId="1403911901" sldId="305"/>
            <ac:spMk id="14" creationId="{66C0F3CF-59EC-FE88-00EF-06D6E6EBBF58}"/>
          </ac:spMkLst>
        </pc:spChg>
        <pc:grpChg chg="mod">
          <ac:chgData name="CHAEHYUN KIM" userId="917a2da12d83d097" providerId="LiveId" clId="{4493D5F9-2714-41DF-9606-F63A7A6BBB04}" dt="2025-01-23T03:41:54.381" v="15626" actId="1076"/>
          <ac:grpSpMkLst>
            <pc:docMk/>
            <pc:sldMk cId="1403911901" sldId="305"/>
            <ac:grpSpMk id="11" creationId="{8C3C2409-73CE-1A7E-01CD-89F6CFB393A7}"/>
          </ac:grpSpMkLst>
        </pc:grpChg>
        <pc:picChg chg="add mod">
          <ac:chgData name="CHAEHYUN KIM" userId="917a2da12d83d097" providerId="LiveId" clId="{4493D5F9-2714-41DF-9606-F63A7A6BBB04}" dt="2025-01-23T03:41:59.323" v="15627" actId="1076"/>
          <ac:picMkLst>
            <pc:docMk/>
            <pc:sldMk cId="1403911901" sldId="305"/>
            <ac:picMk id="5" creationId="{B24EA52F-E927-F07B-7DCB-59109D3F8E61}"/>
          </ac:picMkLst>
        </pc:picChg>
        <pc:picChg chg="del">
          <ac:chgData name="CHAEHYUN KIM" userId="917a2da12d83d097" providerId="LiveId" clId="{4493D5F9-2714-41DF-9606-F63A7A6BBB04}" dt="2025-01-23T03:39:02.240" v="15131" actId="478"/>
          <ac:picMkLst>
            <pc:docMk/>
            <pc:sldMk cId="1403911901" sldId="305"/>
            <ac:picMk id="6" creationId="{7FBACC43-B3AE-81D7-5044-8A21C961B6B6}"/>
          </ac:picMkLst>
        </pc:picChg>
      </pc:sldChg>
      <pc:sldChg chg="modSp add mod">
        <pc:chgData name="CHAEHYUN KIM" userId="917a2da12d83d097" providerId="LiveId" clId="{4493D5F9-2714-41DF-9606-F63A7A6BBB04}" dt="2025-01-23T05:05:14.525" v="16681" actId="20577"/>
        <pc:sldMkLst>
          <pc:docMk/>
          <pc:sldMk cId="64315807" sldId="306"/>
        </pc:sldMkLst>
        <pc:spChg chg="mod">
          <ac:chgData name="CHAEHYUN KIM" userId="917a2da12d83d097" providerId="LiveId" clId="{4493D5F9-2714-41DF-9606-F63A7A6BBB04}" dt="2025-01-23T05:05:14.525" v="16681" actId="20577"/>
          <ac:spMkLst>
            <pc:docMk/>
            <pc:sldMk cId="64315807" sldId="306"/>
            <ac:spMk id="3" creationId="{8AB111A9-78A0-840A-5223-B4B0CFF6D287}"/>
          </ac:spMkLst>
        </pc:spChg>
        <pc:spChg chg="mod">
          <ac:chgData name="CHAEHYUN KIM" userId="917a2da12d83d097" providerId="LiveId" clId="{4493D5F9-2714-41DF-9606-F63A7A6BBB04}" dt="2025-01-23T05:00:55.038" v="15765" actId="20577"/>
          <ac:spMkLst>
            <pc:docMk/>
            <pc:sldMk cId="64315807" sldId="306"/>
            <ac:spMk id="4" creationId="{68081E95-1938-B576-37AF-00B0F615F137}"/>
          </ac:spMkLst>
        </pc:spChg>
        <pc:spChg chg="mod">
          <ac:chgData name="CHAEHYUN KIM" userId="917a2da12d83d097" providerId="LiveId" clId="{4493D5F9-2714-41DF-9606-F63A7A6BBB04}" dt="2025-01-23T05:01:08.296" v="15768" actId="20577"/>
          <ac:spMkLst>
            <pc:docMk/>
            <pc:sldMk cId="64315807" sldId="306"/>
            <ac:spMk id="12" creationId="{07C5E3F3-0550-6D12-BCE3-EAAE552F5F02}"/>
          </ac:spMkLst>
        </pc:spChg>
        <pc:spChg chg="mod">
          <ac:chgData name="CHAEHYUN KIM" userId="917a2da12d83d097" providerId="LiveId" clId="{4493D5F9-2714-41DF-9606-F63A7A6BBB04}" dt="2025-01-23T05:00:50.019" v="15754" actId="20577"/>
          <ac:spMkLst>
            <pc:docMk/>
            <pc:sldMk cId="64315807" sldId="306"/>
            <ac:spMk id="14" creationId="{CFAF4966-87E9-F11E-54D0-C7DF07F23D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E16F9-D5C8-1542-8CAD-AF9BFE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4E00F9-3FB1-904F-9776-F5E03CEF4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78937-DE0D-AB4F-BA28-6B98B11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6F705F-890F-7D4B-8F35-58DCA12B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5A2ED-5B72-0344-9BC7-F1146689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9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774FF-7C75-FC4E-8693-BAAAC126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D7AFEC-F775-1740-9D6D-4267A53A4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CDC197-0FF4-A54F-9A88-31C93A91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8F49C5-2636-AB40-BDDC-8A065662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0944C-77EE-534D-9304-828EC0B3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10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76432-8983-8E46-B380-5209871A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15A1FB-E393-B240-945D-7FB24E051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CDB375-9E09-FE46-9517-184D352B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8FD179-77DD-2A4E-91E0-F96A7CF5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5216E-59FF-5048-800B-F91DBAD0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6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C2BBA-B4C2-2946-A294-737AF004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4F92A-EEF0-D54F-BB89-96531BBF9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F76935-6572-BD4B-A9F5-2027D21D6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DC79E-371B-8F4B-9957-F6A1903F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0602F7-E7FC-E64D-9480-AD82B9AE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E61547-533D-694E-8041-71189843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6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640F9-A798-1E47-A1EC-6BFCF605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CA4B4A-DE9C-9545-A714-371207793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687A05-97F6-C44C-9B6D-2F16477FB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C89632-9300-6743-86EE-29EE31926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CFC30D-DF3D-6140-B1C8-BBE148CEB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19749A-7BE6-B54A-BC34-8539ECAF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4EA1D9-924B-CA4E-81C8-DE6135AE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DD56AE-4A26-6D48-B016-7B658D95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5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0E028-E74F-C641-A800-EA48AE08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6E9B8F-489F-ED49-B4BA-D6C3BB45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C35243-E731-8044-BA01-2298C0FB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CFC264-3608-094B-8BBF-08A541C6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0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8EA293-E246-CA4F-9F1C-3FC079D0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FCEFC6-504C-2548-B8AD-C8D61070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7207D3-AE8B-4A4E-8132-39527FF5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0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F9E8E-A42F-F84A-AEE8-4EFADE37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2D347C-4BAE-A647-B377-607CE5E26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8E7D41-6592-0244-991D-4CC60A31B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651EB9-E266-184A-B753-D80539E9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594C97-FA87-DA4C-8CB4-5957D258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0F4094-13D8-1845-A919-C9220543C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3D719-ED08-4C45-9E24-500896BB4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8405F6-7A86-414C-B880-6570751EC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9F4DF6-8258-BD47-9140-F884FA8F3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B22407-3EDD-BC47-BA4C-55BE7985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69B02C-24CE-F548-80DE-FA05E274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99B43E-4DA2-414C-AA49-25D1E350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1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89CA2-7BB4-DB43-A576-8FF5B9B4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CFD39F-25EF-F542-9A16-DBAEADBDC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8EFFD-67E1-F342-A2C3-E623D742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BBB00-1222-A44A-A1B7-A553470A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D7283B-18F1-3142-B96F-5D4F6519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2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1E72A4-E866-9149-B882-BB40FC0B8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F82B34-B99B-A44F-809B-96150B5E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B737A-A63B-AF4D-8B3D-9AEC4319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58A6F-3ED4-4D4C-BAE7-B53F6200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E9732-62E6-9D41-8DB1-5AFF6D78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8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5E1873-C1BC-524B-89EA-46BEC0F23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7C2ECE-D177-B349-9D2C-5F8CA250A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139AA-92E4-2140-B1EE-706CA4355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FC8C-023F-7547-9EC2-B4AFA88903AD}" type="datetimeFigureOut">
              <a:t>2025-01-23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B057DB-D992-2B40-ACF1-E144BA9BD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3A8BB-8144-844C-80ED-C1D6253A2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698E9-588E-B749-A6A9-9D9458DBB4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2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633E20E-9F53-6E48-BA75-C5D2E49B52EA}"/>
              </a:ext>
            </a:extLst>
          </p:cNvPr>
          <p:cNvSpPr/>
          <p:nvPr/>
        </p:nvSpPr>
        <p:spPr>
          <a:xfrm>
            <a:off x="9113913" y="0"/>
            <a:ext cx="3078087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2E562-853E-E144-A33C-B56BAA151D27}"/>
              </a:ext>
            </a:extLst>
          </p:cNvPr>
          <p:cNvSpPr txBox="1"/>
          <p:nvPr/>
        </p:nvSpPr>
        <p:spPr>
          <a:xfrm>
            <a:off x="917246" y="813556"/>
            <a:ext cx="3078087" cy="1637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4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학사 관리</a:t>
            </a:r>
            <a:endParaRPr lang="en-US" altLang="ko-KR" sz="4400" spc="-30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44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프로그램 </a:t>
            </a:r>
            <a:r>
              <a:rPr lang="en-US" altLang="ko-KR" sz="4400" spc="-30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2.0</a:t>
            </a:r>
            <a:endParaRPr lang="en-US" sz="4400" spc="-30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C11FD-D37B-D147-8687-5C1BD6DA8555}"/>
              </a:ext>
            </a:extLst>
          </p:cNvPr>
          <p:cNvSpPr txBox="1"/>
          <p:nvPr/>
        </p:nvSpPr>
        <p:spPr>
          <a:xfrm>
            <a:off x="944678" y="2701584"/>
            <a:ext cx="1698157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pc="-150" dirty="0">
                <a:solidFill>
                  <a:schemeClr val="bg1">
                    <a:lumMod val="6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JAVA |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0D6D4-0051-8604-96BF-9A39E8225368}"/>
              </a:ext>
            </a:extLst>
          </p:cNvPr>
          <p:cNvSpPr txBox="1"/>
          <p:nvPr/>
        </p:nvSpPr>
        <p:spPr>
          <a:xfrm>
            <a:off x="10290439" y="5109129"/>
            <a:ext cx="1184941" cy="358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2025.01.23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6398A-198E-C13F-5C7D-0BC6D343ABAE}"/>
              </a:ext>
            </a:extLst>
          </p:cNvPr>
          <p:cNvSpPr txBox="1"/>
          <p:nvPr/>
        </p:nvSpPr>
        <p:spPr>
          <a:xfrm>
            <a:off x="9883277" y="5498900"/>
            <a:ext cx="1592103" cy="358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16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제작자 </a:t>
            </a:r>
            <a:r>
              <a:rPr lang="ko-KR" altLang="en-US" sz="1600" b="1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ㅣ</a:t>
            </a:r>
            <a:r>
              <a:rPr lang="ko-KR" altLang="en-US" sz="16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 </a:t>
            </a:r>
            <a:r>
              <a:rPr lang="ko-KR" altLang="en-US" sz="1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김채현</a:t>
            </a:r>
            <a:endParaRPr lang="en-US" altLang="ko-KR" sz="1600" spc="-150" dirty="0">
              <a:solidFill>
                <a:schemeClr val="tx1">
                  <a:lumMod val="50000"/>
                  <a:lumOff val="50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747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32E562-853E-E144-A33C-B56BAA151D27}"/>
              </a:ext>
            </a:extLst>
          </p:cNvPr>
          <p:cNvSpPr txBox="1"/>
          <p:nvPr/>
        </p:nvSpPr>
        <p:spPr>
          <a:xfrm>
            <a:off x="944678" y="1021352"/>
            <a:ext cx="2610010" cy="706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bg1"/>
                </a:solidFill>
                <a:latin typeface="S-Core Dream 2 ExtraLight" panose="020B0203030302020204" pitchFamily="34" charset="-127"/>
                <a:ea typeface="S-Core Dream 2 ExtraLight" panose="020B0203030302020204" pitchFamily="34" charset="-127"/>
              </a:rPr>
              <a:t>CONTENTS</a:t>
            </a:r>
            <a:endParaRPr lang="en-US" sz="3600" dirty="0">
              <a:solidFill>
                <a:schemeClr val="bg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B878E3C-A696-8D45-A008-6101BC408ED6}"/>
              </a:ext>
            </a:extLst>
          </p:cNvPr>
          <p:cNvGrpSpPr/>
          <p:nvPr/>
        </p:nvGrpSpPr>
        <p:grpSpPr>
          <a:xfrm>
            <a:off x="1049791" y="2614980"/>
            <a:ext cx="1305165" cy="1611372"/>
            <a:chOff x="1196095" y="2752140"/>
            <a:chExt cx="1305165" cy="161137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A96254-31B2-454C-8EAB-7070254A5876}"/>
                </a:ext>
              </a:extLst>
            </p:cNvPr>
            <p:cNvSpPr txBox="1"/>
            <p:nvPr/>
          </p:nvSpPr>
          <p:spPr>
            <a:xfrm>
              <a:off x="1196095" y="2752140"/>
              <a:ext cx="633507" cy="569771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800" b="1">
                  <a:solidFill>
                    <a:schemeClr val="bg1"/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01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1FD6F0-E4F9-9649-8678-29093C81C0C1}"/>
                </a:ext>
              </a:extLst>
            </p:cNvPr>
            <p:cNvSpPr txBox="1"/>
            <p:nvPr/>
          </p:nvSpPr>
          <p:spPr>
            <a:xfrm>
              <a:off x="1196095" y="3950770"/>
              <a:ext cx="1305165" cy="412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pc="-150" dirty="0">
                  <a:solidFill>
                    <a:schemeClr val="bg1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테이블 설계</a:t>
              </a:r>
              <a:endParaRPr lang="en-US" spc="-150" dirty="0">
                <a:solidFill>
                  <a:schemeClr val="bg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7ACEBEB-8456-4445-8411-B5078155EA78}"/>
              </a:ext>
            </a:extLst>
          </p:cNvPr>
          <p:cNvGrpSpPr/>
          <p:nvPr/>
        </p:nvGrpSpPr>
        <p:grpSpPr>
          <a:xfrm>
            <a:off x="3701365" y="2614980"/>
            <a:ext cx="1093569" cy="1611372"/>
            <a:chOff x="1196095" y="2752140"/>
            <a:chExt cx="1093569" cy="161137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B2F674F-34C2-FF4D-9F0F-2CBED6F1E333}"/>
                </a:ext>
              </a:extLst>
            </p:cNvPr>
            <p:cNvSpPr txBox="1"/>
            <p:nvPr/>
          </p:nvSpPr>
          <p:spPr>
            <a:xfrm>
              <a:off x="1196095" y="2752140"/>
              <a:ext cx="633507" cy="569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>
                  <a:solidFill>
                    <a:schemeClr val="bg1"/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02</a:t>
              </a:r>
              <a:endParaRPr lang="en-US" sz="2800" b="1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2623C5A-CFA0-984B-B527-90595E173D12}"/>
                </a:ext>
              </a:extLst>
            </p:cNvPr>
            <p:cNvSpPr txBox="1"/>
            <p:nvPr/>
          </p:nvSpPr>
          <p:spPr>
            <a:xfrm>
              <a:off x="1196095" y="3950770"/>
              <a:ext cx="1093569" cy="412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pc="-150" dirty="0">
                  <a:solidFill>
                    <a:schemeClr val="bg1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기본 세팅</a:t>
              </a:r>
              <a:endParaRPr lang="en-US" altLang="ko-KR" spc="-150" dirty="0">
                <a:solidFill>
                  <a:schemeClr val="bg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875C23F-95AF-5F47-A283-BAC85131936A}"/>
              </a:ext>
            </a:extLst>
          </p:cNvPr>
          <p:cNvGrpSpPr/>
          <p:nvPr/>
        </p:nvGrpSpPr>
        <p:grpSpPr>
          <a:xfrm>
            <a:off x="6352939" y="2614980"/>
            <a:ext cx="1516762" cy="1611372"/>
            <a:chOff x="1196095" y="2752140"/>
            <a:chExt cx="1516762" cy="161137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7FDB2C8-6A84-5048-A3F6-508D29A14984}"/>
                </a:ext>
              </a:extLst>
            </p:cNvPr>
            <p:cNvSpPr txBox="1"/>
            <p:nvPr/>
          </p:nvSpPr>
          <p:spPr>
            <a:xfrm>
              <a:off x="1196095" y="2752140"/>
              <a:ext cx="601447" cy="558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chemeClr val="bg1"/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03</a:t>
              </a:r>
              <a:endParaRPr lang="en-US" sz="2800" b="1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8675963-3A8D-B849-900A-3383DF456BD4}"/>
                </a:ext>
              </a:extLst>
            </p:cNvPr>
            <p:cNvSpPr txBox="1"/>
            <p:nvPr/>
          </p:nvSpPr>
          <p:spPr>
            <a:xfrm>
              <a:off x="1196095" y="3950770"/>
              <a:ext cx="1516762" cy="412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pc="-150" dirty="0">
                  <a:solidFill>
                    <a:schemeClr val="bg1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프로그램 구현</a:t>
              </a:r>
              <a:endParaRPr lang="en-US" altLang="ko-KR" spc="-150" dirty="0">
                <a:solidFill>
                  <a:schemeClr val="bg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C4B19C3-484C-F341-8AF6-F1DA4AB86128}"/>
              </a:ext>
            </a:extLst>
          </p:cNvPr>
          <p:cNvGrpSpPr/>
          <p:nvPr/>
        </p:nvGrpSpPr>
        <p:grpSpPr>
          <a:xfrm>
            <a:off x="9004512" y="2614980"/>
            <a:ext cx="819455" cy="1611372"/>
            <a:chOff x="1196095" y="2752140"/>
            <a:chExt cx="819455" cy="161137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ACED980-F8B1-0D49-AA9D-DDD50DFF7646}"/>
                </a:ext>
              </a:extLst>
            </p:cNvPr>
            <p:cNvSpPr txBox="1"/>
            <p:nvPr/>
          </p:nvSpPr>
          <p:spPr>
            <a:xfrm>
              <a:off x="1196095" y="2752140"/>
              <a:ext cx="601447" cy="558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dirty="0">
                  <a:solidFill>
                    <a:schemeClr val="bg1"/>
                  </a:solidFill>
                  <a:latin typeface="S-Core Dream 6 Bold" panose="020B0503030302020204" pitchFamily="34" charset="-127"/>
                  <a:ea typeface="S-Core Dream 6 Bold" panose="020B0503030302020204" pitchFamily="34" charset="-127"/>
                </a:rPr>
                <a:t>04</a:t>
              </a:r>
              <a:endParaRPr lang="en-US" sz="2800" b="1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70EA61B-001A-9848-A39D-BB6F95A329CF}"/>
                </a:ext>
              </a:extLst>
            </p:cNvPr>
            <p:cNvSpPr txBox="1"/>
            <p:nvPr/>
          </p:nvSpPr>
          <p:spPr>
            <a:xfrm>
              <a:off x="1196095" y="3950770"/>
              <a:ext cx="819455" cy="412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pc="-150" dirty="0" err="1">
                  <a:solidFill>
                    <a:schemeClr val="bg1"/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느낀점</a:t>
              </a:r>
              <a:endParaRPr lang="en-US" altLang="ko-KR" spc="-150" dirty="0">
                <a:solidFill>
                  <a:schemeClr val="bg1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13A727-BDB6-C8D7-A930-6A44846AA9FA}"/>
              </a:ext>
            </a:extLst>
          </p:cNvPr>
          <p:cNvSpPr/>
          <p:nvPr/>
        </p:nvSpPr>
        <p:spPr>
          <a:xfrm>
            <a:off x="0" y="6098345"/>
            <a:ext cx="12192000" cy="759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33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633E20E-9F53-6E48-BA75-C5D2E49B52EA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2E562-853E-E144-A33C-B56BAA151D27}"/>
              </a:ext>
            </a:extLst>
          </p:cNvPr>
          <p:cNvSpPr txBox="1"/>
          <p:nvPr/>
        </p:nvSpPr>
        <p:spPr>
          <a:xfrm>
            <a:off x="926236" y="2551108"/>
            <a:ext cx="2699778" cy="758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spc="-300" dirty="0">
                <a:latin typeface="S-Core Dream 2 ExtraLight" panose="020B0203030302020204" pitchFamily="34" charset="-127"/>
                <a:ea typeface="S-Core Dream 2 ExtraLight" panose="020B0203030302020204" pitchFamily="34" charset="-127"/>
              </a:rPr>
              <a:t>테이블 설계</a:t>
            </a:r>
            <a:endParaRPr lang="en-US" sz="4000" spc="-3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C11FD-D37B-D147-8687-5C1BD6DA8555}"/>
              </a:ext>
            </a:extLst>
          </p:cNvPr>
          <p:cNvSpPr txBox="1"/>
          <p:nvPr/>
        </p:nvSpPr>
        <p:spPr>
          <a:xfrm>
            <a:off x="944524" y="4352557"/>
            <a:ext cx="1441420" cy="956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chemeClr val="bg1">
                    <a:lumMod val="65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주요 테이블</a:t>
            </a:r>
            <a:endParaRPr lang="en-US" altLang="ko-KR" sz="2000" spc="-150" dirty="0">
              <a:solidFill>
                <a:schemeClr val="bg1">
                  <a:lumMod val="65000"/>
                </a:schemeClr>
              </a:solidFill>
              <a:latin typeface="S-Core Dream 3 Light" panose="020B0303030302020204" pitchFamily="34" charset="-127"/>
              <a:ea typeface="S-Core Dream 3 Light" panose="020B03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chemeClr val="bg1">
                    <a:lumMod val="65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정규화</a:t>
            </a:r>
            <a:endParaRPr lang="en-US" sz="2000" spc="-150" dirty="0">
              <a:solidFill>
                <a:schemeClr val="bg1">
                  <a:lumMod val="65000"/>
                </a:schemeClr>
              </a:solidFill>
              <a:latin typeface="S-Core Dream 3 Light" panose="020B0303030302020204" pitchFamily="34" charset="-127"/>
              <a:ea typeface="S-Core Dream 3 Light" panose="020B03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DFC97-817C-7843-9E2D-EBC9425426C1}"/>
              </a:ext>
            </a:extLst>
          </p:cNvPr>
          <p:cNvSpPr txBox="1"/>
          <p:nvPr/>
        </p:nvSpPr>
        <p:spPr>
          <a:xfrm>
            <a:off x="11582174" y="303755"/>
            <a:ext cx="466794" cy="433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01</a:t>
            </a:r>
            <a:endParaRPr lang="en-US" altLang="ko-KR" sz="2000" spc="-15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155F02-B837-3D45-8F49-4EA26B763428}"/>
              </a:ext>
            </a:extLst>
          </p:cNvPr>
          <p:cNvSpPr txBox="1"/>
          <p:nvPr/>
        </p:nvSpPr>
        <p:spPr>
          <a:xfrm>
            <a:off x="944524" y="962123"/>
            <a:ext cx="947695" cy="944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000" b="1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01</a:t>
            </a:r>
            <a:endParaRPr lang="en-US" altLang="ko-KR" sz="5000" spc="-150">
              <a:solidFill>
                <a:schemeClr val="tx1">
                  <a:lumMod val="95000"/>
                  <a:lumOff val="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356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633E20E-9F53-6E48-BA75-C5D2E49B52EA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DFC97-817C-7843-9E2D-EBC9425426C1}"/>
              </a:ext>
            </a:extLst>
          </p:cNvPr>
          <p:cNvSpPr txBox="1"/>
          <p:nvPr/>
        </p:nvSpPr>
        <p:spPr>
          <a:xfrm>
            <a:off x="11582174" y="303755"/>
            <a:ext cx="466794" cy="433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01</a:t>
            </a:r>
            <a:endParaRPr lang="en-US" altLang="ko-KR" sz="2000" spc="-15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7EE904-4046-2047-B3A5-7A7B56A021AC}"/>
              </a:ext>
            </a:extLst>
          </p:cNvPr>
          <p:cNvSpPr txBox="1"/>
          <p:nvPr/>
        </p:nvSpPr>
        <p:spPr>
          <a:xfrm>
            <a:off x="834950" y="517688"/>
            <a:ext cx="1383712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01</a:t>
            </a:r>
            <a:r>
              <a:rPr lang="ko-KR" altLang="en-US" dirty="0"/>
              <a:t>  </a:t>
            </a:r>
            <a:r>
              <a:rPr lang="en-US" altLang="ko-KR" dirty="0"/>
              <a:t>. </a:t>
            </a:r>
            <a:r>
              <a:rPr lang="ko-KR" altLang="en-US" dirty="0"/>
              <a:t>테이블 설계 </a:t>
            </a:r>
            <a:endParaRPr lang="en-US" altLang="ko-KR" dirty="0"/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D463CD88-F481-5D4F-B950-0DADB6ECCA7C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AB2A4B-BDD9-5080-7DA6-FF7314E2408F}"/>
              </a:ext>
            </a:extLst>
          </p:cNvPr>
          <p:cNvSpPr/>
          <p:nvPr/>
        </p:nvSpPr>
        <p:spPr>
          <a:xfrm>
            <a:off x="694110" y="1997612"/>
            <a:ext cx="2106127" cy="34887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TEACHER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반 정보 테이블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TNUM (</a:t>
            </a:r>
            <a:r>
              <a:rPr lang="ko-KR" altLang="en-US" sz="1400" dirty="0">
                <a:solidFill>
                  <a:schemeClr val="tx1"/>
                </a:solidFill>
              </a:rPr>
              <a:t>반 번호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TNAME (</a:t>
            </a:r>
            <a:r>
              <a:rPr lang="ko-KR" altLang="en-US" sz="1400" dirty="0">
                <a:solidFill>
                  <a:schemeClr val="tx1"/>
                </a:solidFill>
              </a:rPr>
              <a:t>담임 이름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73877F3-B0D4-F590-13CA-651BD1DB7C4C}"/>
              </a:ext>
            </a:extLst>
          </p:cNvPr>
          <p:cNvSpPr/>
          <p:nvPr/>
        </p:nvSpPr>
        <p:spPr>
          <a:xfrm>
            <a:off x="3283355" y="1997611"/>
            <a:ext cx="2106127" cy="34887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STUDENT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학생 정보 테이블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SNUM (</a:t>
            </a:r>
            <a:r>
              <a:rPr lang="ko-KR" altLang="en-US" sz="1400" dirty="0">
                <a:solidFill>
                  <a:schemeClr val="tx1"/>
                </a:solidFill>
              </a:rPr>
              <a:t>학사 번호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SNAME (</a:t>
            </a:r>
            <a:r>
              <a:rPr lang="ko-KR" altLang="en-US" sz="1400" dirty="0">
                <a:solidFill>
                  <a:schemeClr val="tx1"/>
                </a:solidFill>
              </a:rPr>
              <a:t>학생 이름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SAGE (</a:t>
            </a:r>
            <a:r>
              <a:rPr lang="ko-KR" altLang="en-US" sz="1400" dirty="0">
                <a:solidFill>
                  <a:schemeClr val="tx1"/>
                </a:solidFill>
              </a:rPr>
              <a:t>학생 나이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SADDR (</a:t>
            </a:r>
            <a:r>
              <a:rPr lang="ko-KR" altLang="en-US" sz="1400" dirty="0">
                <a:solidFill>
                  <a:schemeClr val="tx1"/>
                </a:solidFill>
              </a:rPr>
              <a:t>학생 주소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STEL (</a:t>
            </a:r>
            <a:r>
              <a:rPr lang="ko-KR" altLang="en-US" sz="1400" dirty="0">
                <a:solidFill>
                  <a:schemeClr val="tx1"/>
                </a:solidFill>
              </a:rPr>
              <a:t>학생 전화번호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TNUM (</a:t>
            </a:r>
            <a:r>
              <a:rPr lang="ko-KR" altLang="en-US" sz="1400" dirty="0">
                <a:solidFill>
                  <a:schemeClr val="tx1"/>
                </a:solidFill>
              </a:rPr>
              <a:t>반 번호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018CB08-7064-7769-D3F9-0AFB368B3E0C}"/>
              </a:ext>
            </a:extLst>
          </p:cNvPr>
          <p:cNvSpPr/>
          <p:nvPr/>
        </p:nvSpPr>
        <p:spPr>
          <a:xfrm>
            <a:off x="5872600" y="1997610"/>
            <a:ext cx="2106127" cy="34887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SUBJECT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과목 테이블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SKOR (</a:t>
            </a:r>
            <a:r>
              <a:rPr lang="ko-KR" altLang="en-US" sz="1400" dirty="0">
                <a:solidFill>
                  <a:schemeClr val="tx1"/>
                </a:solidFill>
              </a:rPr>
              <a:t>국어 점수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SMAT (</a:t>
            </a:r>
            <a:r>
              <a:rPr lang="ko-KR" altLang="en-US" sz="1400" dirty="0">
                <a:solidFill>
                  <a:schemeClr val="tx1"/>
                </a:solidFill>
              </a:rPr>
              <a:t>수학 점수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SENG (</a:t>
            </a:r>
            <a:r>
              <a:rPr lang="ko-KR" altLang="en-US" sz="1400" dirty="0">
                <a:solidFill>
                  <a:schemeClr val="tx1"/>
                </a:solidFill>
              </a:rPr>
              <a:t>영어 점수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SAVG (</a:t>
            </a:r>
            <a:r>
              <a:rPr lang="ko-KR" altLang="en-US" sz="1400" dirty="0">
                <a:solidFill>
                  <a:schemeClr val="tx1"/>
                </a:solidFill>
              </a:rPr>
              <a:t>평균 점수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SNUM (</a:t>
            </a:r>
            <a:r>
              <a:rPr lang="ko-KR" altLang="en-US" sz="1400" dirty="0">
                <a:solidFill>
                  <a:schemeClr val="tx1"/>
                </a:solidFill>
              </a:rPr>
              <a:t>학사 번호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3A061BD-EB15-09D2-3230-A622BFEF7078}"/>
              </a:ext>
            </a:extLst>
          </p:cNvPr>
          <p:cNvSpPr/>
          <p:nvPr/>
        </p:nvSpPr>
        <p:spPr>
          <a:xfrm>
            <a:off x="8461845" y="1997612"/>
            <a:ext cx="2106127" cy="348878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SIGN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관리 계정 테이블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 (</a:t>
            </a:r>
            <a:r>
              <a:rPr lang="ko-KR" altLang="en-US" sz="1400" dirty="0">
                <a:solidFill>
                  <a:schemeClr val="tx1"/>
                </a:solidFill>
              </a:rPr>
              <a:t>회원 </a:t>
            </a:r>
            <a:r>
              <a:rPr lang="en-US" altLang="ko-KR" sz="1400" dirty="0">
                <a:solidFill>
                  <a:schemeClr val="tx1"/>
                </a:solidFill>
              </a:rPr>
              <a:t>ID)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PW (</a:t>
            </a:r>
            <a:r>
              <a:rPr lang="ko-KR" altLang="en-US" sz="1400" dirty="0">
                <a:solidFill>
                  <a:schemeClr val="tx1"/>
                </a:solidFill>
              </a:rPr>
              <a:t>회원 비밀번호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E8BA8-EE40-6617-A58B-A5EAF724EB2D}"/>
              </a:ext>
            </a:extLst>
          </p:cNvPr>
          <p:cNvSpPr txBox="1"/>
          <p:nvPr/>
        </p:nvSpPr>
        <p:spPr>
          <a:xfrm>
            <a:off x="834950" y="853858"/>
            <a:ext cx="1305165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주요 테이블</a:t>
            </a:r>
            <a:endParaRPr lang="en-US" altLang="ko-KR" sz="1800" b="1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E8ED4719-55DD-5A52-E710-E198884177A8}"/>
              </a:ext>
            </a:extLst>
          </p:cNvPr>
          <p:cNvCxnSpPr>
            <a:cxnSpLocks/>
          </p:cNvCxnSpPr>
          <p:nvPr/>
        </p:nvCxnSpPr>
        <p:spPr>
          <a:xfrm>
            <a:off x="2493156" y="3601329"/>
            <a:ext cx="1097280" cy="10832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CC098F93-6E3A-0FE8-F4A8-A3328A1B5C97}"/>
              </a:ext>
            </a:extLst>
          </p:cNvPr>
          <p:cNvCxnSpPr>
            <a:cxnSpLocks/>
          </p:cNvCxnSpPr>
          <p:nvPr/>
        </p:nvCxnSpPr>
        <p:spPr>
          <a:xfrm>
            <a:off x="5196115" y="3601329"/>
            <a:ext cx="869852" cy="8651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64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23BA-39F1-B2A4-CB01-4A72D280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6E7981A-A527-0714-44C6-FD9B9ADE9D4B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7166F8-52D4-02B4-38C1-A690286C95DE}"/>
              </a:ext>
            </a:extLst>
          </p:cNvPr>
          <p:cNvSpPr txBox="1"/>
          <p:nvPr/>
        </p:nvSpPr>
        <p:spPr>
          <a:xfrm>
            <a:off x="11582174" y="303755"/>
            <a:ext cx="466794" cy="433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01</a:t>
            </a:r>
            <a:endParaRPr lang="en-US" altLang="ko-KR" sz="2000" spc="-15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F3C1B9-7EA6-D2CB-0BBB-A85D970F53F7}"/>
              </a:ext>
            </a:extLst>
          </p:cNvPr>
          <p:cNvSpPr txBox="1"/>
          <p:nvPr/>
        </p:nvSpPr>
        <p:spPr>
          <a:xfrm>
            <a:off x="834950" y="517688"/>
            <a:ext cx="1383712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01</a:t>
            </a:r>
            <a:r>
              <a:rPr lang="ko-KR" altLang="en-US" dirty="0"/>
              <a:t>  </a:t>
            </a:r>
            <a:r>
              <a:rPr lang="en-US" altLang="ko-KR" dirty="0"/>
              <a:t>. </a:t>
            </a:r>
            <a:r>
              <a:rPr lang="ko-KR" altLang="en-US" dirty="0"/>
              <a:t>테이블 설계 </a:t>
            </a:r>
            <a:endParaRPr lang="en-US" altLang="ko-KR" dirty="0"/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D0FEDD4B-08BA-B04A-70D0-5B6A62A52C71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F88EB0-9D1B-21DC-7925-F464181E6E37}"/>
              </a:ext>
            </a:extLst>
          </p:cNvPr>
          <p:cNvSpPr txBox="1"/>
          <p:nvPr/>
        </p:nvSpPr>
        <p:spPr>
          <a:xfrm>
            <a:off x="834950" y="853858"/>
            <a:ext cx="819455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정규화</a:t>
            </a:r>
            <a:endParaRPr lang="en-US" altLang="ko-KR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376BFD-9A93-1264-5A90-549650B2EF12}"/>
              </a:ext>
            </a:extLst>
          </p:cNvPr>
          <p:cNvSpPr txBox="1"/>
          <p:nvPr/>
        </p:nvSpPr>
        <p:spPr>
          <a:xfrm>
            <a:off x="4618741" y="1400080"/>
            <a:ext cx="4798558" cy="10567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제 </a:t>
            </a:r>
            <a:r>
              <a:rPr lang="en-US" altLang="ko-KR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1 </a:t>
            </a:r>
            <a:r>
              <a:rPr lang="ko-KR" alt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정규화</a:t>
            </a:r>
            <a:endParaRPr lang="en-US" altLang="ko-KR" b="1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NOT NULL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을 제약조건으로 </a:t>
            </a: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NULL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값 입력 방지</a:t>
            </a:r>
            <a:endParaRPr lang="en-US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DEFAULT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를 제약조건으로 기본값 입력</a:t>
            </a:r>
            <a:endParaRPr lang="en-US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6052C-E40E-F8FB-75C4-F8B284428A39}"/>
              </a:ext>
            </a:extLst>
          </p:cNvPr>
          <p:cNvSpPr txBox="1"/>
          <p:nvPr/>
        </p:nvSpPr>
        <p:spPr>
          <a:xfrm>
            <a:off x="4618741" y="3170813"/>
            <a:ext cx="5932028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제 </a:t>
            </a:r>
            <a:r>
              <a:rPr lang="en-US" altLang="ko-KR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 </a:t>
            </a:r>
            <a:r>
              <a:rPr lang="ko-KR" alt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정규화</a:t>
            </a:r>
            <a:endParaRPr lang="en-US" altLang="ko-KR" b="1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PRIMARY KEY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를 테이블마다 배치하여 </a:t>
            </a: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NULL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값과 중복된 값 방지</a:t>
            </a:r>
            <a:endParaRPr lang="en-US" altLang="ko-KR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FOREIGN KEY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로 각 테이블의 </a:t>
            </a: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PRIMARY KEY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를 참조하여 허용되지 않는 </a:t>
            </a: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PRIMARY KEY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데이터를 방지</a:t>
            </a:r>
            <a:endParaRPr lang="en-US" altLang="ko-KR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SEQUENCE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를 사용하여 데이터가 생성될 때 마다 </a:t>
            </a:r>
            <a:r>
              <a:rPr lang="en-US" altLang="ko-KR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PRIMARY KEY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가 </a:t>
            </a:r>
            <a:r>
              <a:rPr lang="ko-KR" altLang="en-US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카운팅</a:t>
            </a:r>
            <a:r>
              <a:rPr lang="ko-KR" altLang="en-US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되어 저장되도록 설정</a:t>
            </a:r>
            <a:endParaRPr lang="en-US" altLang="ko-KR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1F09E20-F366-5FAF-428A-94FE8B77D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3" t="10749" r="79819" b="14194"/>
          <a:stretch/>
        </p:blipFill>
        <p:spPr>
          <a:xfrm>
            <a:off x="868371" y="1400080"/>
            <a:ext cx="1937466" cy="494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1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B9B85-FE46-CDD6-A2FC-A9A69140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1895FD-6722-4FF6-0698-76F847C04818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4CC03-8111-95C8-60F1-E7E61E3D2AAD}"/>
              </a:ext>
            </a:extLst>
          </p:cNvPr>
          <p:cNvSpPr txBox="1"/>
          <p:nvPr/>
        </p:nvSpPr>
        <p:spPr>
          <a:xfrm>
            <a:off x="926236" y="2551108"/>
            <a:ext cx="2225289" cy="758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spc="-300" dirty="0">
                <a:latin typeface="S-Core Dream 2 ExtraLight" panose="020B0203030302020204" pitchFamily="34" charset="-127"/>
                <a:ea typeface="S-Core Dream 2 ExtraLight" panose="020B0203030302020204" pitchFamily="34" charset="-127"/>
              </a:rPr>
              <a:t>기본 세팅</a:t>
            </a:r>
            <a:endParaRPr lang="en-US" sz="4000" spc="-3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51C7F-98DC-1669-E0DA-25C889D89DE2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4 Regular" panose="020B0203030302020204" pitchFamily="34" charset="-127"/>
                <a:ea typeface="S-Core Dream 6 Bold" panose="020B0503030302020204" pitchFamily="34" charset="-127"/>
              </a:rPr>
              <a:t>02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CFB2A-F17C-E6F6-B201-9F02D1E77C18}"/>
              </a:ext>
            </a:extLst>
          </p:cNvPr>
          <p:cNvSpPr txBox="1"/>
          <p:nvPr/>
        </p:nvSpPr>
        <p:spPr>
          <a:xfrm>
            <a:off x="944524" y="962123"/>
            <a:ext cx="889987" cy="92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02</a:t>
            </a:r>
            <a:endParaRPr lang="en-US" altLang="ko-KR" sz="5000" spc="-150" dirty="0">
              <a:solidFill>
                <a:schemeClr val="tx1">
                  <a:lumMod val="95000"/>
                  <a:lumOff val="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120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633E20E-9F53-6E48-BA75-C5D2E49B52EA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DFC97-817C-7843-9E2D-EBC9425426C1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02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BF2E3D0-FF08-8B0D-6DDF-CF986C7766D3}"/>
              </a:ext>
            </a:extLst>
          </p:cNvPr>
          <p:cNvGrpSpPr/>
          <p:nvPr/>
        </p:nvGrpSpPr>
        <p:grpSpPr>
          <a:xfrm>
            <a:off x="712247" y="2112086"/>
            <a:ext cx="10063468" cy="3425645"/>
            <a:chOff x="712247" y="2150010"/>
            <a:chExt cx="10063468" cy="342564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7541B24-E1D5-8A44-BB54-D82579272C4F}"/>
                </a:ext>
              </a:extLst>
            </p:cNvPr>
            <p:cNvGrpSpPr/>
            <p:nvPr/>
          </p:nvGrpSpPr>
          <p:grpSpPr>
            <a:xfrm>
              <a:off x="712247" y="2155293"/>
              <a:ext cx="10063467" cy="3420362"/>
              <a:chOff x="776255" y="2703935"/>
              <a:chExt cx="10063467" cy="3420362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59E376FA-9910-BD41-BD9C-4C23D065602F}"/>
                  </a:ext>
                </a:extLst>
              </p:cNvPr>
              <p:cNvGrpSpPr/>
              <p:nvPr/>
            </p:nvGrpSpPr>
            <p:grpSpPr>
              <a:xfrm>
                <a:off x="776255" y="2703935"/>
                <a:ext cx="3242043" cy="3420362"/>
                <a:chOff x="-1" y="2822807"/>
                <a:chExt cx="3242043" cy="342036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AAC11FD-D37B-D147-8687-5C1BD6DA8555}"/>
                    </a:ext>
                  </a:extLst>
                </p:cNvPr>
                <p:cNvSpPr txBox="1"/>
                <p:nvPr/>
              </p:nvSpPr>
              <p:spPr>
                <a:xfrm>
                  <a:off x="-1" y="5884545"/>
                  <a:ext cx="3242041" cy="3586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ko-KR" sz="1600" b="1" spc="-15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1. </a:t>
                  </a:r>
                  <a:r>
                    <a:rPr lang="ko-KR" altLang="en-US" sz="1600" b="1" spc="-15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-Core Dream 5 Medium" panose="020B0503030302020204" pitchFamily="34" charset="-127"/>
                      <a:ea typeface="S-Core Dream 5 Medium" panose="020B0503030302020204" pitchFamily="34" charset="-127"/>
                    </a:rPr>
                    <a:t>프로젝트 생성</a:t>
                  </a:r>
                </a:p>
              </p:txBody>
            </p: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740952AB-2B12-8046-A03D-736CA7A3D747}"/>
                    </a:ext>
                  </a:extLst>
                </p:cNvPr>
                <p:cNvSpPr/>
                <p:nvPr/>
              </p:nvSpPr>
              <p:spPr>
                <a:xfrm>
                  <a:off x="0" y="2822807"/>
                  <a:ext cx="3242042" cy="29741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811FD008-B7EF-B847-9EA0-7127ECF96720}"/>
                  </a:ext>
                </a:extLst>
              </p:cNvPr>
              <p:cNvGrpSpPr/>
              <p:nvPr/>
            </p:nvGrpSpPr>
            <p:grpSpPr>
              <a:xfrm>
                <a:off x="4177824" y="2703935"/>
                <a:ext cx="3242042" cy="2974132"/>
                <a:chOff x="0" y="2822807"/>
                <a:chExt cx="3242042" cy="2974132"/>
              </a:xfrm>
            </p:grpSpPr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77A72548-BD39-9E49-9E00-4ECDCCCF4F87}"/>
                    </a:ext>
                  </a:extLst>
                </p:cNvPr>
                <p:cNvSpPr/>
                <p:nvPr/>
              </p:nvSpPr>
              <p:spPr>
                <a:xfrm>
                  <a:off x="0" y="2822807"/>
                  <a:ext cx="3242042" cy="29741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15FA6F3-1450-E64D-B73D-A842305F8E87}"/>
                    </a:ext>
                  </a:extLst>
                </p:cNvPr>
                <p:cNvSpPr txBox="1"/>
                <p:nvPr/>
              </p:nvSpPr>
              <p:spPr>
                <a:xfrm>
                  <a:off x="1179234" y="4127323"/>
                  <a:ext cx="883575" cy="3651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60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bg1">
                          <a:lumMod val="65000"/>
                        </a:schemeClr>
                      </a:solidFill>
                      <a:effectLst/>
                      <a:uLnTx/>
                      <a:uFillTx/>
                      <a:latin typeface="S-Core Dream 4 Regular" panose="020B0203030302020204" pitchFamily="34" charset="-127"/>
                      <a:ea typeface="S-Core Dream 4 Regular" panose="020B0203030302020204" pitchFamily="34" charset="-127"/>
                    </a:rPr>
                    <a:t>이미지 </a:t>
                  </a:r>
                  <a:r>
                    <a:rPr kumimoji="0" lang="en-US" altLang="ko-KR" sz="160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bg1">
                          <a:lumMod val="65000"/>
                        </a:schemeClr>
                      </a:solidFill>
                      <a:effectLst/>
                      <a:uLnTx/>
                      <a:uFillTx/>
                      <a:latin typeface="S-Core Dream 4 Regular" panose="020B0203030302020204" pitchFamily="34" charset="-127"/>
                      <a:ea typeface="S-Core Dream 4 Regular" panose="020B0203030302020204" pitchFamily="34" charset="-127"/>
                    </a:rPr>
                    <a:t>2</a:t>
                  </a:r>
                  <a:endParaRPr kumimoji="0" lang="en-US" sz="1600" u="none" strike="noStrike" kern="1200" cap="none" spc="-150" normalizeH="0" baseline="0" noProof="0" dirty="0">
                    <a:ln>
                      <a:noFill/>
                    </a:ln>
                    <a:solidFill>
                      <a:schemeClr val="bg1">
                        <a:lumMod val="65000"/>
                      </a:schemeClr>
                    </a:solidFill>
                    <a:effectLst/>
                    <a:uLnTx/>
                    <a:uFillTx/>
                    <a:latin typeface="S-Core Dream 4 Regular" panose="020B0203030302020204" pitchFamily="34" charset="-127"/>
                    <a:ea typeface="S-Core Dream 4 Regular" panose="020B0203030302020204" pitchFamily="34" charset="-127"/>
                  </a:endParaRPr>
                </a:p>
              </p:txBody>
            </p:sp>
          </p:grp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887A0FE0-119B-944B-AAD4-C4BFF3C37590}"/>
                  </a:ext>
                </a:extLst>
              </p:cNvPr>
              <p:cNvSpPr/>
              <p:nvPr/>
            </p:nvSpPr>
            <p:spPr>
              <a:xfrm>
                <a:off x="7597680" y="2703935"/>
                <a:ext cx="3242042" cy="297413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DA16ED0-3E6E-8907-7D80-C3FE92009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90" t="13292" r="84164" b="61969"/>
            <a:stretch/>
          </p:blipFill>
          <p:spPr>
            <a:xfrm>
              <a:off x="4110114" y="2155292"/>
              <a:ext cx="3245743" cy="2974133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8AE89DE-7931-C3EE-127C-3D7DCD1AC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670" t="-36" r="85790" b="79517"/>
            <a:stretch/>
          </p:blipFill>
          <p:spPr>
            <a:xfrm>
              <a:off x="7533673" y="2150010"/>
              <a:ext cx="3242042" cy="297941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988D89-C3E3-B79A-0570-C4998D15132F}"/>
                </a:ext>
              </a:extLst>
            </p:cNvPr>
            <p:cNvSpPr txBox="1"/>
            <p:nvPr/>
          </p:nvSpPr>
          <p:spPr>
            <a:xfrm>
              <a:off x="4116849" y="5217031"/>
              <a:ext cx="3242041" cy="358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2. </a:t>
              </a: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빌드 패스 세팅</a:t>
              </a:r>
              <a:endParaRPr lang="en-US" altLang="ko-KR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FC9A929-5F7B-C96E-F446-AA8553135975}"/>
                </a:ext>
              </a:extLst>
            </p:cNvPr>
            <p:cNvSpPr txBox="1"/>
            <p:nvPr/>
          </p:nvSpPr>
          <p:spPr>
            <a:xfrm>
              <a:off x="7521451" y="5217031"/>
              <a:ext cx="3242041" cy="358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3. JDBC </a:t>
              </a: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드라이버 불러오기 </a:t>
              </a:r>
              <a:endParaRPr lang="en-US" altLang="ko-KR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E93F1C5-FBB1-E506-9340-98058DAC69E6}"/>
              </a:ext>
            </a:extLst>
          </p:cNvPr>
          <p:cNvSpPr txBox="1"/>
          <p:nvPr/>
        </p:nvSpPr>
        <p:spPr>
          <a:xfrm>
            <a:off x="834950" y="517688"/>
            <a:ext cx="1180131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02</a:t>
            </a:r>
            <a:r>
              <a:rPr lang="ko-KR" altLang="en-US" dirty="0"/>
              <a:t>  </a:t>
            </a:r>
            <a:r>
              <a:rPr lang="en-US" altLang="ko-KR" dirty="0"/>
              <a:t>. </a:t>
            </a:r>
            <a:r>
              <a:rPr lang="ko-KR" altLang="en-US" dirty="0"/>
              <a:t>기본 세팅</a:t>
            </a:r>
            <a:endParaRPr lang="en-US" altLang="ko-KR" dirty="0"/>
          </a:p>
        </p:txBody>
      </p:sp>
      <p:cxnSp>
        <p:nvCxnSpPr>
          <p:cNvPr id="32" name="직선 연결선[R] 20">
            <a:extLst>
              <a:ext uri="{FF2B5EF4-FFF2-40B4-BE49-F238E27FC236}">
                <a16:creationId xmlns:a16="http://schemas.microsoft.com/office/drawing/2014/main" id="{EFFB505B-F8B5-5BDD-1C2D-AA85120DE5DA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97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4A7F-69B4-97F8-26D2-3056C91B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802C673-AF3A-8812-C49D-A505EEDE5843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6B5D01-40AE-E28C-F683-B45D319EF7CC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02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73B1B7-2C0E-8D4B-6727-E9E3F78136AC}"/>
              </a:ext>
            </a:extLst>
          </p:cNvPr>
          <p:cNvSpPr txBox="1"/>
          <p:nvPr/>
        </p:nvSpPr>
        <p:spPr>
          <a:xfrm>
            <a:off x="834950" y="517688"/>
            <a:ext cx="1180131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02</a:t>
            </a:r>
            <a:r>
              <a:rPr lang="ko-KR" altLang="en-US" dirty="0"/>
              <a:t>  </a:t>
            </a:r>
            <a:r>
              <a:rPr lang="en-US" altLang="ko-KR" dirty="0"/>
              <a:t>. </a:t>
            </a:r>
            <a:r>
              <a:rPr lang="ko-KR" altLang="en-US" dirty="0"/>
              <a:t>기본 세팅</a:t>
            </a:r>
            <a:endParaRPr lang="en-US" altLang="ko-KR" dirty="0"/>
          </a:p>
        </p:txBody>
      </p:sp>
      <p:cxnSp>
        <p:nvCxnSpPr>
          <p:cNvPr id="32" name="직선 연결선[R] 20">
            <a:extLst>
              <a:ext uri="{FF2B5EF4-FFF2-40B4-BE49-F238E27FC236}">
                <a16:creationId xmlns:a16="http://schemas.microsoft.com/office/drawing/2014/main" id="{08236B5C-2191-F911-406A-482426501D01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B0290FD-EC67-184A-42B6-258EB0BD3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659" y="1173230"/>
            <a:ext cx="2424847" cy="14317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833E42-9BD8-E931-0AF5-66026FE48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533"/>
          <a:stretch/>
        </p:blipFill>
        <p:spPr>
          <a:xfrm>
            <a:off x="2934864" y="3315625"/>
            <a:ext cx="5499448" cy="444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6219F28-D954-D7E5-E4E1-7F11A8AD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21" b="17045"/>
          <a:stretch/>
        </p:blipFill>
        <p:spPr>
          <a:xfrm>
            <a:off x="2596510" y="4471083"/>
            <a:ext cx="6331151" cy="13523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F1D2FC-487F-0D62-FB92-13588E59D6A0}"/>
              </a:ext>
            </a:extLst>
          </p:cNvPr>
          <p:cNvSpPr txBox="1"/>
          <p:nvPr/>
        </p:nvSpPr>
        <p:spPr>
          <a:xfrm>
            <a:off x="4141063" y="2780983"/>
            <a:ext cx="3242041" cy="35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4. Api</a:t>
            </a:r>
            <a:r>
              <a:rPr lang="ko-KR" altLang="en-US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불러오기</a:t>
            </a:r>
            <a:endParaRPr lang="en-US" altLang="ko-KR" sz="1600" b="1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5A9154-E993-372A-D22A-FC3E6AA78F80}"/>
              </a:ext>
            </a:extLst>
          </p:cNvPr>
          <p:cNvSpPr txBox="1"/>
          <p:nvPr/>
        </p:nvSpPr>
        <p:spPr>
          <a:xfrm>
            <a:off x="4141064" y="3936441"/>
            <a:ext cx="3242041" cy="35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5. JDBC </a:t>
            </a:r>
            <a:r>
              <a:rPr lang="ko-KR" altLang="en-US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드라이버 로드</a:t>
            </a:r>
            <a:endParaRPr lang="en-US" altLang="ko-KR" sz="1600" b="1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069013-84DD-9492-DDDC-F6A28657C67D}"/>
              </a:ext>
            </a:extLst>
          </p:cNvPr>
          <p:cNvSpPr txBox="1"/>
          <p:nvPr/>
        </p:nvSpPr>
        <p:spPr>
          <a:xfrm>
            <a:off x="4141064" y="5999462"/>
            <a:ext cx="3242041" cy="35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6. DB </a:t>
            </a:r>
            <a:r>
              <a:rPr lang="ko-KR" altLang="en-US" sz="16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연결</a:t>
            </a:r>
            <a:endParaRPr lang="en-US" altLang="ko-KR" sz="1600" b="1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5307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09BF-7B5A-F174-BEBF-14EAACF9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766E324-3D19-4389-254A-3FA42F5515EC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66413-AD94-5422-1DBA-B01C26A77EEF}"/>
              </a:ext>
            </a:extLst>
          </p:cNvPr>
          <p:cNvSpPr txBox="1"/>
          <p:nvPr/>
        </p:nvSpPr>
        <p:spPr>
          <a:xfrm>
            <a:off x="926236" y="2551108"/>
            <a:ext cx="3174267" cy="758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spc="-300" dirty="0">
                <a:latin typeface="S-Core Dream 2 ExtraLight" panose="020B0203030302020204" pitchFamily="34" charset="-127"/>
                <a:ea typeface="S-Core Dream 2 ExtraLight" panose="020B0203030302020204" pitchFamily="34" charset="-127"/>
              </a:rPr>
              <a:t>프로그램 구현</a:t>
            </a:r>
            <a:endParaRPr lang="en-US" sz="4000" spc="-3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33BCD-F2B7-577F-9287-B7B907757F1C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4 Regular" panose="020B02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B4C50-0EB1-9A1A-3C9C-DD84E7E3FE3A}"/>
              </a:ext>
            </a:extLst>
          </p:cNvPr>
          <p:cNvSpPr txBox="1"/>
          <p:nvPr/>
        </p:nvSpPr>
        <p:spPr>
          <a:xfrm>
            <a:off x="944524" y="962123"/>
            <a:ext cx="889987" cy="92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5000" spc="-150" dirty="0">
              <a:solidFill>
                <a:schemeClr val="tx1">
                  <a:lumMod val="95000"/>
                  <a:lumOff val="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45BA4-F0A9-08BE-9CD6-227C5EE1ADE9}"/>
              </a:ext>
            </a:extLst>
          </p:cNvPr>
          <p:cNvSpPr txBox="1"/>
          <p:nvPr/>
        </p:nvSpPr>
        <p:spPr>
          <a:xfrm>
            <a:off x="944684" y="3973637"/>
            <a:ext cx="1749197" cy="1879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chemeClr val="bg1">
                    <a:lumMod val="65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주요 기능 소개</a:t>
            </a:r>
            <a:endParaRPr lang="en-US" altLang="ko-KR" sz="2000" spc="-150" dirty="0">
              <a:solidFill>
                <a:schemeClr val="bg1">
                  <a:lumMod val="65000"/>
                </a:schemeClr>
              </a:solidFill>
              <a:latin typeface="S-Core Dream 3 Light" panose="020B0303030302020204" pitchFamily="34" charset="-127"/>
              <a:ea typeface="S-Core Dream 3 Light" panose="020B03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chemeClr val="bg1">
                    <a:lumMod val="65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각 기능별 구현</a:t>
            </a:r>
            <a:endParaRPr lang="en-US" altLang="ko-KR" sz="2000" spc="-150" dirty="0">
              <a:solidFill>
                <a:schemeClr val="bg1">
                  <a:lumMod val="65000"/>
                </a:schemeClr>
              </a:solidFill>
              <a:latin typeface="S-Core Dream 3 Light" panose="020B0303030302020204" pitchFamily="34" charset="-127"/>
              <a:ea typeface="S-Core Dream 3 Light" panose="020B03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spc="-150" dirty="0">
                <a:solidFill>
                  <a:schemeClr val="bg1">
                    <a:lumMod val="65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메서드 소개</a:t>
            </a:r>
            <a:endParaRPr lang="en-US" altLang="ko-KR" sz="2000" spc="-150" dirty="0">
              <a:solidFill>
                <a:schemeClr val="bg1">
                  <a:lumMod val="65000"/>
                </a:schemeClr>
              </a:solidFill>
              <a:latin typeface="S-Core Dream 3 Light" panose="020B0303030302020204" pitchFamily="34" charset="-127"/>
              <a:ea typeface="S-Core Dream 3 Light" panose="020B0303030302020204" pitchFamily="34" charset="-127"/>
            </a:endParaRPr>
          </a:p>
          <a:p>
            <a:pPr>
              <a:lnSpc>
                <a:spcPct val="150000"/>
              </a:lnSpc>
            </a:pPr>
            <a:endParaRPr lang="en-US" sz="2000" spc="-150" dirty="0">
              <a:solidFill>
                <a:schemeClr val="bg1">
                  <a:lumMod val="65000"/>
                </a:schemeClr>
              </a:solidFill>
              <a:latin typeface="S-Core Dream 3 Light" panose="020B0303030302020204" pitchFamily="34" charset="-127"/>
              <a:ea typeface="S-Core Dream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46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70C9-F8A9-F68D-5483-114ED658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BEFFA1-C8D7-C7BF-EC17-F1F018A3BCE7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ED9851-F471-E7C4-D125-3B3E1A0ACA31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C6775-51C3-3E5D-7092-6B22F191ADF8}"/>
              </a:ext>
            </a:extLst>
          </p:cNvPr>
          <p:cNvSpPr txBox="1"/>
          <p:nvPr/>
        </p:nvSpPr>
        <p:spPr>
          <a:xfrm>
            <a:off x="834950" y="517688"/>
            <a:ext cx="145745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AF50A421-37BB-5906-D6C7-D3B54B0246E4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ECEE60-462E-4B5D-E1E8-0E93CE6B2FEC}"/>
              </a:ext>
            </a:extLst>
          </p:cNvPr>
          <p:cNvSpPr txBox="1"/>
          <p:nvPr/>
        </p:nvSpPr>
        <p:spPr>
          <a:xfrm>
            <a:off x="834950" y="853858"/>
            <a:ext cx="157927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주요 기능 소개</a:t>
            </a:r>
            <a:endParaRPr lang="en-US" altLang="ko-KR" sz="1800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D73331A-92AB-5E3B-338C-FA524E1271D8}"/>
              </a:ext>
            </a:extLst>
          </p:cNvPr>
          <p:cNvSpPr/>
          <p:nvPr/>
        </p:nvSpPr>
        <p:spPr>
          <a:xfrm>
            <a:off x="928551" y="2079810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반 정보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2819856-686E-F5CD-8F2E-1FF1BC1D9CB8}"/>
              </a:ext>
            </a:extLst>
          </p:cNvPr>
          <p:cNvSpPr/>
          <p:nvPr/>
        </p:nvSpPr>
        <p:spPr>
          <a:xfrm>
            <a:off x="2914802" y="2079810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학생 정보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FBA8B55-C9AC-9162-6712-6C5C9F823B2B}"/>
              </a:ext>
            </a:extLst>
          </p:cNvPr>
          <p:cNvSpPr/>
          <p:nvPr/>
        </p:nvSpPr>
        <p:spPr>
          <a:xfrm>
            <a:off x="4901053" y="2088774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과목 점수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A9F622E-C709-2B5F-33D0-0F3E176517AF}"/>
              </a:ext>
            </a:extLst>
          </p:cNvPr>
          <p:cNvSpPr/>
          <p:nvPr/>
        </p:nvSpPr>
        <p:spPr>
          <a:xfrm>
            <a:off x="6887304" y="2088774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반별 석차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6C01C6-5E2E-23D7-69ED-1CBA2027D7CB}"/>
              </a:ext>
            </a:extLst>
          </p:cNvPr>
          <p:cNvSpPr/>
          <p:nvPr/>
        </p:nvSpPr>
        <p:spPr>
          <a:xfrm>
            <a:off x="8873555" y="2079810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전체 석차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C4ABF67-9510-1A83-2AEB-A7A8F8113E8A}"/>
              </a:ext>
            </a:extLst>
          </p:cNvPr>
          <p:cNvSpPr/>
          <p:nvPr/>
        </p:nvSpPr>
        <p:spPr>
          <a:xfrm>
            <a:off x="934648" y="4159890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특정 학생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BEE8019-155D-84DA-235C-DF2116CB7633}"/>
              </a:ext>
            </a:extLst>
          </p:cNvPr>
          <p:cNvSpPr/>
          <p:nvPr/>
        </p:nvSpPr>
        <p:spPr>
          <a:xfrm>
            <a:off x="2920899" y="4159890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학생 정보</a:t>
            </a:r>
            <a:endParaRPr lang="en-US" altLang="ko-KR" b="1" dirty="0">
              <a:solidFill>
                <a:srgbClr val="C00000"/>
              </a:solidFill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삭제 수정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CB3ADAA-AE66-9DDB-AC5F-4CD28B185DB1}"/>
              </a:ext>
            </a:extLst>
          </p:cNvPr>
          <p:cNvSpPr/>
          <p:nvPr/>
        </p:nvSpPr>
        <p:spPr>
          <a:xfrm>
            <a:off x="4907150" y="4168854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반 정보</a:t>
            </a:r>
            <a:endParaRPr lang="en-US" altLang="ko-KR" b="1" dirty="0">
              <a:solidFill>
                <a:srgbClr val="C00000"/>
              </a:solidFill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조회 수정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3354538-8EBB-3125-B318-271A4EFED261}"/>
              </a:ext>
            </a:extLst>
          </p:cNvPr>
          <p:cNvSpPr/>
          <p:nvPr/>
        </p:nvSpPr>
        <p:spPr>
          <a:xfrm>
            <a:off x="6893401" y="4168854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데이터 </a:t>
            </a:r>
            <a:endParaRPr lang="en-US" altLang="ko-KR" b="1" dirty="0">
              <a:solidFill>
                <a:srgbClr val="C00000"/>
              </a:solidFill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초기화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356BD63-D716-489B-289C-65080635E07B}"/>
              </a:ext>
            </a:extLst>
          </p:cNvPr>
          <p:cNvSpPr/>
          <p:nvPr/>
        </p:nvSpPr>
        <p:spPr>
          <a:xfrm>
            <a:off x="8879652" y="4159890"/>
            <a:ext cx="1470212" cy="14702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로그인</a:t>
            </a:r>
            <a:endParaRPr lang="en-US" altLang="ko-KR" b="1" dirty="0">
              <a:solidFill>
                <a:srgbClr val="C00000"/>
              </a:solidFill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</a:rPr>
              <a:t>계정 생성</a:t>
            </a:r>
          </a:p>
        </p:txBody>
      </p:sp>
    </p:spTree>
    <p:extLst>
      <p:ext uri="{BB962C8B-B14F-4D97-AF65-F5344CB8AC3E}">
        <p14:creationId xmlns:p14="http://schemas.microsoft.com/office/powerpoint/2010/main" val="303832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5AF344-63A0-2666-B1CB-EBA817BAC448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DFC97-817C-7843-9E2D-EBC9425426C1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3EA588C-78C4-464D-8053-158C3E2F4DD4}"/>
              </a:ext>
            </a:extLst>
          </p:cNvPr>
          <p:cNvGrpSpPr/>
          <p:nvPr/>
        </p:nvGrpSpPr>
        <p:grpSpPr>
          <a:xfrm>
            <a:off x="7996212" y="1667748"/>
            <a:ext cx="2878448" cy="1106184"/>
            <a:chOff x="6985585" y="1716316"/>
            <a:chExt cx="2878448" cy="11061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A60F4D-AB31-B34D-96E9-E282E245D83C}"/>
                </a:ext>
              </a:extLst>
            </p:cNvPr>
            <p:cNvSpPr txBox="1"/>
            <p:nvPr/>
          </p:nvSpPr>
          <p:spPr>
            <a:xfrm>
              <a:off x="6985585" y="1716316"/>
              <a:ext cx="130516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로그인 메뉴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1212DAC-BA52-ED47-9289-A23332058AE1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메뉴를 입력하여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로그인 또는 계정 생성 구현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91BFEB0-7705-B149-AE8C-5408D0DCF2B5}"/>
              </a:ext>
            </a:extLst>
          </p:cNvPr>
          <p:cNvGrpSpPr/>
          <p:nvPr/>
        </p:nvGrpSpPr>
        <p:grpSpPr>
          <a:xfrm>
            <a:off x="7996212" y="3302096"/>
            <a:ext cx="2878448" cy="1106184"/>
            <a:chOff x="6985585" y="1716316"/>
            <a:chExt cx="2878448" cy="110618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AF772D6-71D9-2B40-B019-AD709E6FB651}"/>
                </a:ext>
              </a:extLst>
            </p:cNvPr>
            <p:cNvSpPr txBox="1"/>
            <p:nvPr/>
          </p:nvSpPr>
          <p:spPr>
            <a:xfrm>
              <a:off x="6985585" y="1716316"/>
              <a:ext cx="130516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로그인 기능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BE76158-78E0-FD4C-9381-117D0BA9316A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만들어진 계정을 사용하여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로그인을 하여 프로그램에 접근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57B2FE3-6DA6-3240-BE18-819EBE5D7EEC}"/>
              </a:ext>
            </a:extLst>
          </p:cNvPr>
          <p:cNvGrpSpPr/>
          <p:nvPr/>
        </p:nvGrpSpPr>
        <p:grpSpPr>
          <a:xfrm>
            <a:off x="7996212" y="4936444"/>
            <a:ext cx="2878448" cy="1106184"/>
            <a:chOff x="6985585" y="1716316"/>
            <a:chExt cx="2878448" cy="110618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396F767-6198-EC43-A620-25CB9B3C5C4B}"/>
                </a:ext>
              </a:extLst>
            </p:cNvPr>
            <p:cNvSpPr txBox="1"/>
            <p:nvPr/>
          </p:nvSpPr>
          <p:spPr>
            <a:xfrm>
              <a:off x="6985585" y="1716316"/>
              <a:ext cx="1093569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계정 생성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D4E3200-2323-C540-921A-5291E5F59DBA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ID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와 패스워드를 입력하여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새로운 계정 생성 가능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2DE657-80EB-6C89-272E-4A70416C3357}"/>
              </a:ext>
            </a:extLst>
          </p:cNvPr>
          <p:cNvSpPr txBox="1"/>
          <p:nvPr/>
        </p:nvSpPr>
        <p:spPr>
          <a:xfrm>
            <a:off x="834950" y="517688"/>
            <a:ext cx="129715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r>
              <a:rPr lang="ko-KR" altLang="en-US" dirty="0"/>
              <a:t>로그인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3552DA5E-D9D4-E164-9680-8BE2359B1C16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CDD118-28B7-28D9-3B74-2FAEAFD59012}"/>
              </a:ext>
            </a:extLst>
          </p:cNvPr>
          <p:cNvSpPr txBox="1"/>
          <p:nvPr/>
        </p:nvSpPr>
        <p:spPr>
          <a:xfrm>
            <a:off x="834950" y="853858"/>
            <a:ext cx="1093569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기능 구현</a:t>
            </a:r>
            <a:endParaRPr lang="en-US" altLang="ko-KR" sz="1800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21CB565-95A9-73DF-2482-29F416937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287" y="1549366"/>
            <a:ext cx="3005951" cy="13692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C036E9F-F4C3-1615-0D8A-287E18ABB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815"/>
          <a:stretch/>
        </p:blipFill>
        <p:spPr>
          <a:xfrm>
            <a:off x="4519286" y="3157309"/>
            <a:ext cx="3005951" cy="13692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2E63FC4-2AE2-D491-E1B8-E6633FB46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751"/>
          <a:stretch/>
        </p:blipFill>
        <p:spPr>
          <a:xfrm>
            <a:off x="4519287" y="4804921"/>
            <a:ext cx="3005951" cy="136923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DFF8701-429C-DAD3-9641-6039E1A7A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65" y="1549366"/>
            <a:ext cx="3457702" cy="462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06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5BF0-7535-FAAD-74E7-DF53597B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9345D4-391E-391E-A53D-AC5253C3BE68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DF5F1-D1F8-FED8-146E-0CDBE38DD56C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1B1CEBD-B667-8E51-838E-FF06D10A1C9D}"/>
              </a:ext>
            </a:extLst>
          </p:cNvPr>
          <p:cNvGrpSpPr/>
          <p:nvPr/>
        </p:nvGrpSpPr>
        <p:grpSpPr>
          <a:xfrm>
            <a:off x="7530046" y="1423034"/>
            <a:ext cx="2878448" cy="1106184"/>
            <a:chOff x="6985585" y="1716316"/>
            <a:chExt cx="2878448" cy="11061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483C7B-7D83-0D58-8C6A-165A600B0559}"/>
                </a:ext>
              </a:extLst>
            </p:cNvPr>
            <p:cNvSpPr txBox="1"/>
            <p:nvPr/>
          </p:nvSpPr>
          <p:spPr>
            <a:xfrm>
              <a:off x="6985585" y="1716316"/>
              <a:ext cx="607859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1F2628E-61F6-2F9D-A89F-37EE28C5AD71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ID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와 패스워드를 입력 받아서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각각 변수에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9A9DF52-288B-619C-E542-AF7E8E5CE3BE}"/>
              </a:ext>
            </a:extLst>
          </p:cNvPr>
          <p:cNvGrpSpPr/>
          <p:nvPr/>
        </p:nvGrpSpPr>
        <p:grpSpPr>
          <a:xfrm>
            <a:off x="7530046" y="2878846"/>
            <a:ext cx="2878448" cy="1752515"/>
            <a:chOff x="6985585" y="1716316"/>
            <a:chExt cx="2878448" cy="1752515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430FC84-C9FE-853C-721B-E83D764C0C7A}"/>
                </a:ext>
              </a:extLst>
            </p:cNvPr>
            <p:cNvSpPr txBox="1"/>
            <p:nvPr/>
          </p:nvSpPr>
          <p:spPr>
            <a:xfrm>
              <a:off x="6985585" y="1716316"/>
              <a:ext cx="130516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데이터 확인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79DCEA4-F7D5-B93C-835F-085740728FE7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1343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SIGN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테이블을 확인하여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 받은 계정 정보가 모두 일치하면 로그인을 체크해주는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isLogin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true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변경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4815453-59BD-4733-C5F5-1E408B6980C3}"/>
              </a:ext>
            </a:extLst>
          </p:cNvPr>
          <p:cNvGrpSpPr/>
          <p:nvPr/>
        </p:nvGrpSpPr>
        <p:grpSpPr>
          <a:xfrm>
            <a:off x="7530046" y="4936444"/>
            <a:ext cx="2878448" cy="1429350"/>
            <a:chOff x="6985585" y="1716316"/>
            <a:chExt cx="2878448" cy="142935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DD9140-4165-88E0-FD23-169DE56F4E77}"/>
                </a:ext>
              </a:extLst>
            </p:cNvPr>
            <p:cNvSpPr txBox="1"/>
            <p:nvPr/>
          </p:nvSpPr>
          <p:spPr>
            <a:xfrm>
              <a:off x="6985585" y="1716316"/>
              <a:ext cx="130516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로그인 체크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0F689C5-E26B-19A6-77A2-8A05760B14E0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102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데이터 확인 과정을 통과 후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isLogin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false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면 틀렸다는 메시지 출력 후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isLogin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반환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552755F-BB2E-89E2-B833-5373FF0FB0E1}"/>
              </a:ext>
            </a:extLst>
          </p:cNvPr>
          <p:cNvSpPr txBox="1"/>
          <p:nvPr/>
        </p:nvSpPr>
        <p:spPr>
          <a:xfrm>
            <a:off x="834950" y="517688"/>
            <a:ext cx="129715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r>
              <a:rPr lang="ko-KR" altLang="en-US" dirty="0"/>
              <a:t>로그인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6BC163AC-0836-3FAD-2FF7-00A9619EECC2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DB342C-F634-4B0A-9CA3-979E2979E43A}"/>
              </a:ext>
            </a:extLst>
          </p:cNvPr>
          <p:cNvSpPr txBox="1"/>
          <p:nvPr/>
        </p:nvSpPr>
        <p:spPr>
          <a:xfrm>
            <a:off x="834950" y="853858"/>
            <a:ext cx="1564852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sz="1800" b="1" dirty="0" err="1"/>
              <a:t>signIn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D5071C-82F5-8D88-84A2-5063761B8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498384"/>
            <a:ext cx="5499047" cy="484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1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9BCA-874B-E89E-FF4A-B604799F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B14B85-1E81-AD21-9073-D881E203ABD5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8AEC7-4DDB-B573-C95A-E62AA1BCA610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CBB59AD-509B-7C19-6C3B-0A81DE2C249C}"/>
              </a:ext>
            </a:extLst>
          </p:cNvPr>
          <p:cNvGrpSpPr/>
          <p:nvPr/>
        </p:nvGrpSpPr>
        <p:grpSpPr>
          <a:xfrm>
            <a:off x="7530046" y="2731883"/>
            <a:ext cx="2878448" cy="1106184"/>
            <a:chOff x="6985585" y="1716316"/>
            <a:chExt cx="2878448" cy="11061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DAB422-3FE3-517E-60DB-5C8CF6C143E6}"/>
                </a:ext>
              </a:extLst>
            </p:cNvPr>
            <p:cNvSpPr txBox="1"/>
            <p:nvPr/>
          </p:nvSpPr>
          <p:spPr>
            <a:xfrm>
              <a:off x="6985585" y="1716316"/>
              <a:ext cx="607859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2350F5-6CB2-6747-BD2F-9F4499D1C00D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생성할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ID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와 패스워드를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 받아서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각각 변수에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EB12844-6859-398B-AF71-B64CA71DE7E2}"/>
              </a:ext>
            </a:extLst>
          </p:cNvPr>
          <p:cNvGrpSpPr/>
          <p:nvPr/>
        </p:nvGrpSpPr>
        <p:grpSpPr>
          <a:xfrm>
            <a:off x="7530046" y="4187695"/>
            <a:ext cx="2878448" cy="1106184"/>
            <a:chOff x="6985585" y="1716316"/>
            <a:chExt cx="2878448" cy="110618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1B25AD5-66E0-4143-AF26-387CCDCBC472}"/>
                </a:ext>
              </a:extLst>
            </p:cNvPr>
            <p:cNvSpPr txBox="1"/>
            <p:nvPr/>
          </p:nvSpPr>
          <p:spPr>
            <a:xfrm>
              <a:off x="6985585" y="1716316"/>
              <a:ext cx="130516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데이터 생성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D29EE1F-5891-8F3C-9EF4-82079F7B86AE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 받은 데이터를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SIGN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테이블에 각각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INSERT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314421C-8F47-A39D-11BB-CFBC7CDB7693}"/>
              </a:ext>
            </a:extLst>
          </p:cNvPr>
          <p:cNvSpPr txBox="1"/>
          <p:nvPr/>
        </p:nvSpPr>
        <p:spPr>
          <a:xfrm>
            <a:off x="834950" y="517688"/>
            <a:ext cx="129715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</a:t>
            </a:r>
            <a:r>
              <a:rPr lang="ko-KR" altLang="en-US" dirty="0"/>
              <a:t> </a:t>
            </a:r>
            <a:r>
              <a:rPr lang="en-US" altLang="ko-KR" dirty="0"/>
              <a:t>. </a:t>
            </a:r>
            <a:r>
              <a:rPr lang="ko-KR" altLang="en-US" dirty="0"/>
              <a:t>로그인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251E92C2-4C4E-5632-0DB6-788D6E1AED14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37C885-AE3E-3C51-D57E-419EBA3D39AD}"/>
              </a:ext>
            </a:extLst>
          </p:cNvPr>
          <p:cNvSpPr txBox="1"/>
          <p:nvPr/>
        </p:nvSpPr>
        <p:spPr>
          <a:xfrm>
            <a:off x="834950" y="853858"/>
            <a:ext cx="166423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sz="1800" b="1" dirty="0" err="1"/>
              <a:t>signUp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893170-DC53-1455-88CD-BC1CD1B1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2160755"/>
            <a:ext cx="5502317" cy="362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4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F779-3458-29BB-A80F-970D3EB2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B06F86-D337-DB48-3E76-2695AA0A745F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FADC3-E84C-CB21-7CE4-26D0BAEB7455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31127-705C-736E-9FA8-30DE17C8076F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29E273CF-A734-2CA7-0A43-4903103788CF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E593CF-9536-8BC9-3F76-1AC3C9E733F4}"/>
              </a:ext>
            </a:extLst>
          </p:cNvPr>
          <p:cNvSpPr txBox="1"/>
          <p:nvPr/>
        </p:nvSpPr>
        <p:spPr>
          <a:xfrm>
            <a:off x="834950" y="853858"/>
            <a:ext cx="157927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주요 기능 소개</a:t>
            </a:r>
            <a:endParaRPr lang="en-US" altLang="ko-KR" sz="1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E16FD2-9511-D47D-90D7-9D9C6FC00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73" y="2375800"/>
            <a:ext cx="4300948" cy="2890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6B9E2F-F9EF-0149-8246-7197B59B3298}"/>
              </a:ext>
            </a:extLst>
          </p:cNvPr>
          <p:cNvSpPr txBox="1"/>
          <p:nvPr/>
        </p:nvSpPr>
        <p:spPr>
          <a:xfrm>
            <a:off x="1745811" y="5510815"/>
            <a:ext cx="2002471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프로그램 메인 메뉴</a:t>
            </a:r>
            <a:endParaRPr lang="en-US" b="1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7174248-74E2-1A70-0504-3A128D96F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308" y="1545781"/>
            <a:ext cx="2240329" cy="372035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F87C9D-F736-4097-EDA8-D50D62835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396" y="3563356"/>
            <a:ext cx="2666851" cy="17027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DD65B3-908A-94EC-B659-8A828295555F}"/>
              </a:ext>
            </a:extLst>
          </p:cNvPr>
          <p:cNvSpPr txBox="1"/>
          <p:nvPr/>
        </p:nvSpPr>
        <p:spPr>
          <a:xfrm>
            <a:off x="7350151" y="5496890"/>
            <a:ext cx="1093569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spc="-15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메인 코드</a:t>
            </a:r>
            <a:endParaRPr lang="en-US" b="1" spc="-150" dirty="0">
              <a:solidFill>
                <a:schemeClr val="tx1">
                  <a:lumMod val="85000"/>
                  <a:lumOff val="1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6871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ADF3-3015-7E02-8878-3F627E24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7E4574-4D93-CD35-B056-AED89055C588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2A10E-83A8-B46E-B553-D8422503B3F2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28002-692E-8641-5E5D-05EAC77C9725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29365B6A-5716-7C3E-E084-D0550371E04B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643692-19C4-F3B5-B76A-659352F4703E}"/>
              </a:ext>
            </a:extLst>
          </p:cNvPr>
          <p:cNvSpPr txBox="1"/>
          <p:nvPr/>
        </p:nvSpPr>
        <p:spPr>
          <a:xfrm>
            <a:off x="834950" y="853858"/>
            <a:ext cx="1367682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 정보 등록</a:t>
            </a:r>
            <a:endParaRPr lang="en-US" altLang="ko-KR" sz="1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A63BF9-40D0-0CC2-9038-201430A95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51" y="2053841"/>
            <a:ext cx="4428670" cy="22321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EF1280E-EB35-7128-2B5B-EC63E1D19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074" y="2053841"/>
            <a:ext cx="4900649" cy="2232145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9C52F535-36AA-2C30-0AD1-F77D5FC06ECB}"/>
              </a:ext>
            </a:extLst>
          </p:cNvPr>
          <p:cNvGrpSpPr/>
          <p:nvPr/>
        </p:nvGrpSpPr>
        <p:grpSpPr>
          <a:xfrm>
            <a:off x="1314465" y="4482321"/>
            <a:ext cx="3242041" cy="1174261"/>
            <a:chOff x="1314465" y="4293648"/>
            <a:chExt cx="3242041" cy="10675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B84A8F-E93A-E672-51E3-AFEFD1572FB3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58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정보 등록 화면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948378-13F2-8DC9-DBAF-15FBD4C06FFC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번거롭게 반 입력 없이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A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반부터 순차적으로 담임 배정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D642D48-EE36-B434-6698-329D06B06D79}"/>
              </a:ext>
            </a:extLst>
          </p:cNvPr>
          <p:cNvGrpSpPr/>
          <p:nvPr/>
        </p:nvGrpSpPr>
        <p:grpSpPr>
          <a:xfrm>
            <a:off x="6545379" y="4482321"/>
            <a:ext cx="3242041" cy="1174261"/>
            <a:chOff x="6545379" y="4293648"/>
            <a:chExt cx="3242041" cy="10675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474E96-6C2C-7AE1-A9E4-E3529362CE7C}"/>
                </a:ext>
              </a:extLst>
            </p:cNvPr>
            <p:cNvSpPr txBox="1"/>
            <p:nvPr/>
          </p:nvSpPr>
          <p:spPr>
            <a:xfrm>
              <a:off x="6545379" y="4293648"/>
              <a:ext cx="3242041" cy="358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정보 테이블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55BB2D-A5F9-C241-6E95-04B0EAC04C86}"/>
                </a:ext>
              </a:extLst>
            </p:cNvPr>
            <p:cNvSpPr txBox="1"/>
            <p:nvPr/>
          </p:nvSpPr>
          <p:spPr>
            <a:xfrm>
              <a:off x="6727175" y="4664108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TNUM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이름 컬럼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TNAME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담임 선생님 이름 컬럼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855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78F5-69AE-926C-DD62-6C1EEBB1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E7410D0-9C3B-87C7-4B00-EB9241C3B184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46768-1777-2CCF-6F4F-53257751C2AF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87E7671-E6C9-2783-9F38-2D9845A7E59E}"/>
              </a:ext>
            </a:extLst>
          </p:cNvPr>
          <p:cNvGrpSpPr/>
          <p:nvPr/>
        </p:nvGrpSpPr>
        <p:grpSpPr>
          <a:xfrm>
            <a:off x="6167411" y="1418688"/>
            <a:ext cx="4604478" cy="3045177"/>
            <a:chOff x="6985585" y="1716316"/>
            <a:chExt cx="4604478" cy="304517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DC1DED-E3C1-9156-947C-275946F09182}"/>
                </a:ext>
              </a:extLst>
            </p:cNvPr>
            <p:cNvSpPr txBox="1"/>
            <p:nvPr/>
          </p:nvSpPr>
          <p:spPr>
            <a:xfrm>
              <a:off x="6985585" y="1716316"/>
              <a:ext cx="1853392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이름 순차 배정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C49CB9-B28D-6F36-6A02-CD668B231FD5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2636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tnum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변수를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“A Class”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로 초기화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현재 테이블에 있는 반 이름을 순차적으로 확인하되 확인 조건은 테이블의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tnum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(char)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앞글자와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코드의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tnum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(char)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앞글자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비교가 참이면 코드의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tnum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앞글자를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+1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하여 다음 알파벳으로 바꾼 뒤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테이블에 다음 데이터가 없다면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while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빠져나와 마지막으로 저장된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tnum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으로 데이터 입력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DE860A-716B-AA49-A3A2-E58D1273D5BB}"/>
              </a:ext>
            </a:extLst>
          </p:cNvPr>
          <p:cNvGrpSpPr/>
          <p:nvPr/>
        </p:nvGrpSpPr>
        <p:grpSpPr>
          <a:xfrm>
            <a:off x="6167411" y="4821709"/>
            <a:ext cx="4604478" cy="1106184"/>
            <a:chOff x="6985585" y="1716316"/>
            <a:chExt cx="2878448" cy="110618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7F281D3-AD32-DC9D-DDBF-CBC5A891E5E4}"/>
                </a:ext>
              </a:extLst>
            </p:cNvPr>
            <p:cNvSpPr txBox="1"/>
            <p:nvPr/>
          </p:nvSpPr>
          <p:spPr>
            <a:xfrm>
              <a:off x="6985585" y="1716316"/>
              <a:ext cx="1251827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테이블 데이터 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72992D5-BECA-EE8B-BC11-A6976F859ED8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697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tname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변수에 담임 선생님 이름을 입력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TEACHER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테이블에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tnum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과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tname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insert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947141A-A0F3-7228-2D38-8B8E3D3D17A9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EB0A5015-C336-D843-27FC-5DE204D32197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7AD793-D5DD-E7A1-4BE7-935A8F3CC032}"/>
              </a:ext>
            </a:extLst>
          </p:cNvPr>
          <p:cNvSpPr txBox="1"/>
          <p:nvPr/>
        </p:nvSpPr>
        <p:spPr>
          <a:xfrm>
            <a:off x="834950" y="853858"/>
            <a:ext cx="3328155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 정보 등록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classInput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355566-D1F7-0D5E-FDD2-24C42E149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418688"/>
            <a:ext cx="4604479" cy="492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8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FBDF-23C4-4D5F-6716-C8B806A8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254BEA-FD40-877C-7384-5397C3070862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A9B641-5B16-3989-AC9A-297E3C85CC4E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761384-3F61-5F8D-E456-0EE1E48C803F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E03EB9E7-EDD5-10F6-D0CE-C70AA846DEEE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1BD214-A965-0B61-9145-674C9457B1B0}"/>
              </a:ext>
            </a:extLst>
          </p:cNvPr>
          <p:cNvSpPr txBox="1"/>
          <p:nvPr/>
        </p:nvSpPr>
        <p:spPr>
          <a:xfrm>
            <a:off x="834950" y="853858"/>
            <a:ext cx="157927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 정보 등록</a:t>
            </a:r>
            <a:endParaRPr lang="en-US" altLang="ko-KR" sz="1800" b="1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107A40F-6FBE-89D8-B267-6EA96A8BC144}"/>
              </a:ext>
            </a:extLst>
          </p:cNvPr>
          <p:cNvGrpSpPr/>
          <p:nvPr/>
        </p:nvGrpSpPr>
        <p:grpSpPr>
          <a:xfrm>
            <a:off x="1314465" y="4482325"/>
            <a:ext cx="3242041" cy="1104556"/>
            <a:chOff x="1314465" y="4293648"/>
            <a:chExt cx="3242041" cy="10041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D1FF9A-6E91-F47F-1E0F-AB0AD0437DEF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정보 등록 화면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6D0A05A-E733-475F-A45E-E3ED94EB0AF2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정보를 순차적으로 등록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반을 입력할 때 현재 반의 정보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E4D13BE-EB60-AD0D-20A2-D47F5FDDF34D}"/>
              </a:ext>
            </a:extLst>
          </p:cNvPr>
          <p:cNvGrpSpPr/>
          <p:nvPr/>
        </p:nvGrpSpPr>
        <p:grpSpPr>
          <a:xfrm>
            <a:off x="6427694" y="4482325"/>
            <a:ext cx="3639207" cy="1427722"/>
            <a:chOff x="6427694" y="4293648"/>
            <a:chExt cx="3639207" cy="129792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2AE8C5-6922-2E32-ECC8-16129DBDD373}"/>
                </a:ext>
              </a:extLst>
            </p:cNvPr>
            <p:cNvSpPr txBox="1"/>
            <p:nvPr/>
          </p:nvSpPr>
          <p:spPr>
            <a:xfrm>
              <a:off x="6545379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정보 테이블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E41733-CD32-1C6B-FDF0-2BBBD8158F82}"/>
                </a:ext>
              </a:extLst>
            </p:cNvPr>
            <p:cNvSpPr txBox="1"/>
            <p:nvPr/>
          </p:nvSpPr>
          <p:spPr>
            <a:xfrm>
              <a:off x="6427694" y="4664108"/>
              <a:ext cx="3639207" cy="927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SNUM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학사번호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| SNAME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이름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SAGE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나이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| SADDR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주소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STEL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전화번호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| TNUM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이름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F1FFCE0F-BBE9-4B37-B38B-00C1A12AC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844" y="1720386"/>
            <a:ext cx="2006062" cy="25039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819920-3120-DAE7-A2EF-4FB9B5A9F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896" y="2652480"/>
            <a:ext cx="3801005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9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3375-7FEB-081E-B92B-F01FD80A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8A3517-9830-0F4C-4B2E-541EBB5D8953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FEF25F-2FC9-336B-1898-85B1B0419866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7462D25-16A1-92C9-B944-E78DA1986990}"/>
              </a:ext>
            </a:extLst>
          </p:cNvPr>
          <p:cNvGrpSpPr/>
          <p:nvPr/>
        </p:nvGrpSpPr>
        <p:grpSpPr>
          <a:xfrm>
            <a:off x="6167411" y="1676485"/>
            <a:ext cx="4604478" cy="1752515"/>
            <a:chOff x="6985585" y="1716316"/>
            <a:chExt cx="4604478" cy="175251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2857FB-16FF-3219-46B4-B0BA73E78439}"/>
                </a:ext>
              </a:extLst>
            </p:cNvPr>
            <p:cNvSpPr txBox="1"/>
            <p:nvPr/>
          </p:nvSpPr>
          <p:spPr>
            <a:xfrm>
              <a:off x="6985585" y="1716316"/>
              <a:ext cx="1579278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정보 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73A696-FFE0-93D2-2667-9B783F5CDCE5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343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이름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나이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주소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전화번호를 변수에 입력  후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테이블에 입력할 변수들은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Static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변수로 선언하여 메서드를 실행할 때 반환하거나 매개변수 설정 없이 어디서든 값이 저장될 수 있도록 세팅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78C1C63-F141-F955-A3F4-4185B8FB3365}"/>
              </a:ext>
            </a:extLst>
          </p:cNvPr>
          <p:cNvGrpSpPr/>
          <p:nvPr/>
        </p:nvGrpSpPr>
        <p:grpSpPr>
          <a:xfrm>
            <a:off x="6266023" y="3686798"/>
            <a:ext cx="4604478" cy="1752515"/>
            <a:chOff x="6985585" y="1716316"/>
            <a:chExt cx="2878448" cy="1752515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C29CF8B-4FCE-C132-B3CD-C08C0F8B6EB9}"/>
                </a:ext>
              </a:extLst>
            </p:cNvPr>
            <p:cNvSpPr txBox="1"/>
            <p:nvPr/>
          </p:nvSpPr>
          <p:spPr>
            <a:xfrm>
              <a:off x="6985585" y="1716316"/>
              <a:ext cx="854994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정보 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A28934C-CAC1-45A1-A36C-0481592E25F9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1343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classInfo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메서드를 실행하여 현재 반 정보 표시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classInfo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메서드는 반 정보 조회 기능에서 소개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While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통해 입력한 반 번호가 알파벳 한 개로 입력되면 빠져나오고 아니면 다시 입력하도록 세팅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C5F3CF2-93DE-6DB8-EA44-97A3CB308B86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27820C72-ECAF-DCCD-E13A-699FE63AA577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172799-BC61-4783-4993-141886AD7583}"/>
              </a:ext>
            </a:extLst>
          </p:cNvPr>
          <p:cNvSpPr txBox="1"/>
          <p:nvPr/>
        </p:nvSpPr>
        <p:spPr>
          <a:xfrm>
            <a:off x="834950" y="853858"/>
            <a:ext cx="4187365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 정보 등록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studentInfoInput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7B66D1-90D7-E50C-EC32-537C7067D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810655"/>
            <a:ext cx="4463780" cy="351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52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60B6-95C1-030C-D8C0-B69B4EA9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EACAD83-2704-B92C-5C45-B0E70497CB0A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A3F27C-C908-AB6C-3AA3-D475190DFB35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46E3BCF-E15C-FCE5-AD0D-3B601943C9E0}"/>
              </a:ext>
            </a:extLst>
          </p:cNvPr>
          <p:cNvGrpSpPr/>
          <p:nvPr/>
        </p:nvGrpSpPr>
        <p:grpSpPr>
          <a:xfrm>
            <a:off x="6167411" y="1245825"/>
            <a:ext cx="4604478" cy="2398846"/>
            <a:chOff x="6985585" y="1716316"/>
            <a:chExt cx="4604478" cy="23988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9561A3-8214-4099-F7D4-059B56A55FA6}"/>
                </a:ext>
              </a:extLst>
            </p:cNvPr>
            <p:cNvSpPr txBox="1"/>
            <p:nvPr/>
          </p:nvSpPr>
          <p:spPr>
            <a:xfrm>
              <a:off x="6985585" y="1716316"/>
              <a:ext cx="130516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데이터 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949680-6223-D5C8-5939-539977A6E45F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989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studentInfoInput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메서드를 실행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학생 정보를 변수에 저장 후 데이터들을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STUDENT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테이블에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insert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학사번호는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SEQUENCE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를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통해 겹치지 않고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1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씩 올라가며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6F48BCA-9970-BDB3-856F-7B331FF2FDA1}"/>
              </a:ext>
            </a:extLst>
          </p:cNvPr>
          <p:cNvGrpSpPr/>
          <p:nvPr/>
        </p:nvGrpSpPr>
        <p:grpSpPr>
          <a:xfrm>
            <a:off x="6167411" y="3491293"/>
            <a:ext cx="4604478" cy="3045177"/>
            <a:chOff x="6985585" y="1716316"/>
            <a:chExt cx="2878448" cy="3045177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D07DB5E-42E0-5B5E-4EBC-3B9A880FE2F4}"/>
                </a:ext>
              </a:extLst>
            </p:cNvPr>
            <p:cNvSpPr txBox="1"/>
            <p:nvPr/>
          </p:nvSpPr>
          <p:spPr>
            <a:xfrm>
              <a:off x="6985585" y="1716316"/>
              <a:ext cx="1423187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과목 테이블 자동 생성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BA2F276-01C7-D3F8-3B9A-CE93EC62F72D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2636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방금 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입력받은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학생 이름을 조건으로 학사번호를 기준으로 정렬해 데이터 확인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방금 만든 데이터는 동명이인이 있어도 학사번호가 마지막에 있으므로 마지막으로 확인하는 학사번호를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snum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에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해당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snum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SUBJECT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테이블에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insert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이 때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SUBJECT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테이블의 과목 점수 컬럼은 기본값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(default)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인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0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으로 자동 입력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3F245A-07B7-4536-C6A6-B74BB211BE9A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01855629-2E2F-F3F1-95FC-90398AD34C25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1DADD2-E624-F746-1349-0E3A49A2F11E}"/>
              </a:ext>
            </a:extLst>
          </p:cNvPr>
          <p:cNvSpPr txBox="1"/>
          <p:nvPr/>
        </p:nvSpPr>
        <p:spPr>
          <a:xfrm>
            <a:off x="834950" y="853858"/>
            <a:ext cx="3821880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 정보 등록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studentInput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E25905-65E9-2AEE-CE7E-F8FC1F2C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405241"/>
            <a:ext cx="4186868" cy="491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91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CA19-EDDD-4A19-483B-3F578B0F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491CF2-FD76-EA32-CA9A-532F27361EFB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C1514E-1D0C-5C1A-4454-8BDADA5DA536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A4265-4E96-F8D9-AB4C-0DD98F47D6AD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82C271D4-7C46-5454-F908-15D774E71898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044AA0-2C74-7CED-FCFB-A450C61B5273}"/>
              </a:ext>
            </a:extLst>
          </p:cNvPr>
          <p:cNvSpPr txBox="1"/>
          <p:nvPr/>
        </p:nvSpPr>
        <p:spPr>
          <a:xfrm>
            <a:off x="834950" y="853858"/>
            <a:ext cx="157927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과목 점수 등록</a:t>
            </a:r>
            <a:endParaRPr lang="en-US" altLang="ko-KR" sz="1800" b="1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DB1626-1DBD-C779-9CE2-23FF6E6F3FBF}"/>
              </a:ext>
            </a:extLst>
          </p:cNvPr>
          <p:cNvGrpSpPr/>
          <p:nvPr/>
        </p:nvGrpSpPr>
        <p:grpSpPr>
          <a:xfrm>
            <a:off x="1314465" y="4482325"/>
            <a:ext cx="3242041" cy="1104556"/>
            <a:chOff x="1314465" y="4293648"/>
            <a:chExt cx="3242041" cy="10041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EA2902-9CDE-5E5A-F881-BF69F24A5CA9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과목 점수 등록 화면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2736DB-97BF-28A0-D809-58D85966A111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점수를 입력하기 전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점수를 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입력안한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학생 정보 출력 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86F4FF2-6AEC-681B-FB64-C9FB906F386A}"/>
              </a:ext>
            </a:extLst>
          </p:cNvPr>
          <p:cNvGrpSpPr/>
          <p:nvPr/>
        </p:nvGrpSpPr>
        <p:grpSpPr>
          <a:xfrm>
            <a:off x="6427694" y="4482325"/>
            <a:ext cx="3639207" cy="1427722"/>
            <a:chOff x="6427694" y="4293648"/>
            <a:chExt cx="3639207" cy="129792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AED5EF-5846-8487-0D6D-2FFC342F23A6}"/>
                </a:ext>
              </a:extLst>
            </p:cNvPr>
            <p:cNvSpPr txBox="1"/>
            <p:nvPr/>
          </p:nvSpPr>
          <p:spPr>
            <a:xfrm>
              <a:off x="6545379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과목 점수 테이블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2B6695-DABF-052E-5622-3EBAF8902C90}"/>
                </a:ext>
              </a:extLst>
            </p:cNvPr>
            <p:cNvSpPr txBox="1"/>
            <p:nvPr/>
          </p:nvSpPr>
          <p:spPr>
            <a:xfrm>
              <a:off x="6427694" y="4664108"/>
              <a:ext cx="3639207" cy="927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SNUM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학사번호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| SKOR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국어 점수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SMAT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수학 점수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| SENG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영어 점수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SAVG :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평균 점수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9F4B39A-DCA2-AC2B-2DB2-40C147793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65" y="2378934"/>
            <a:ext cx="3622551" cy="17902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B6E208-D332-CB6A-666C-6990926B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767" y="1968169"/>
            <a:ext cx="3541059" cy="228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86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AB6F-9C06-A3DD-8230-1C9231C6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2A011AC-B813-6929-3F27-699A090FED0D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3B8B6-1260-9F36-47B6-A51591B5BFC1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D0A21F-F090-9A2D-F6D9-76C488F6AA71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2836A071-B2F2-3BF6-A09E-8CD87116446A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1BB112-0B76-CD60-91D5-4E1634C82FF7}"/>
              </a:ext>
            </a:extLst>
          </p:cNvPr>
          <p:cNvSpPr txBox="1"/>
          <p:nvPr/>
        </p:nvSpPr>
        <p:spPr>
          <a:xfrm>
            <a:off x="834950" y="853858"/>
            <a:ext cx="383149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과목 점수 등록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subjectInput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9E795E-0D69-057A-751C-A17C61C0B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521882"/>
            <a:ext cx="6241835" cy="311590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2C0733BA-4A70-2626-8619-2ECC1192880C}"/>
              </a:ext>
            </a:extLst>
          </p:cNvPr>
          <p:cNvGrpSpPr/>
          <p:nvPr/>
        </p:nvGrpSpPr>
        <p:grpSpPr>
          <a:xfrm>
            <a:off x="2371069" y="4913848"/>
            <a:ext cx="6803215" cy="1104556"/>
            <a:chOff x="1314465" y="4293648"/>
            <a:chExt cx="3242041" cy="100414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9E26BA-2521-7B37-438B-6C4C1ECD2814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입력이 필요한 학생 출력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58F5E3-674C-9B5E-0F93-D9909DB2F91D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정보 테이블과 과목 테이블을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JOIN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후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학사번호를 기준으로 과목 테이블에서 평균이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0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이면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해당 학생의 정보를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496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7017-3156-9758-C58B-BF5DF317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463526-9C52-8D7D-DB55-BAF7BF144DFA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EA3A00-9DC4-0FCE-E6E3-0B1351E89385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F5DC4D0-526E-B3AD-FFBD-5AA1011B7FB1}"/>
              </a:ext>
            </a:extLst>
          </p:cNvPr>
          <p:cNvGrpSpPr/>
          <p:nvPr/>
        </p:nvGrpSpPr>
        <p:grpSpPr>
          <a:xfrm>
            <a:off x="6167411" y="1881636"/>
            <a:ext cx="4604478" cy="1752515"/>
            <a:chOff x="6985585" y="1716316"/>
            <a:chExt cx="4604478" cy="175251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64A9227-0899-704D-ADE0-471EC746560C}"/>
                </a:ext>
              </a:extLst>
            </p:cNvPr>
            <p:cNvSpPr txBox="1"/>
            <p:nvPr/>
          </p:nvSpPr>
          <p:spPr>
            <a:xfrm>
              <a:off x="6985585" y="1716316"/>
              <a:ext cx="130516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데이터 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D9014EF-22EC-939B-BE6D-7764D8AA97B9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343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입력이 필요한 학생 목록을 보고 학사 번호를 입력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국어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수학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영어 점수들을 각각 변수에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세 과목의 점수를 합한 뒤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3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으로 나눠 평균값을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savg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에 저장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6F9FA82-A048-62E6-618A-BA8CD2CBF989}"/>
              </a:ext>
            </a:extLst>
          </p:cNvPr>
          <p:cNvGrpSpPr/>
          <p:nvPr/>
        </p:nvGrpSpPr>
        <p:grpSpPr>
          <a:xfrm>
            <a:off x="6167411" y="4109858"/>
            <a:ext cx="4604478" cy="1429350"/>
            <a:chOff x="6985585" y="1716316"/>
            <a:chExt cx="2878448" cy="142935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6601E9D-930A-9C59-2327-0D342E6FE966}"/>
                </a:ext>
              </a:extLst>
            </p:cNvPr>
            <p:cNvSpPr txBox="1"/>
            <p:nvPr/>
          </p:nvSpPr>
          <p:spPr>
            <a:xfrm>
              <a:off x="6985585" y="1716316"/>
              <a:ext cx="1080467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데이터 업데이트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899415D-A474-3328-BED4-E1D0038C766B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102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등록을 할 때 이미 과목 테이블에 데이터를 입력하였으므로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UPDATE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문을 통해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0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점인 점수 컬럼들을 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입력받은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데이터로 업데이트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F5F6E88-27FF-879B-7C6C-BAAFCC83343E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0562AF9E-F13E-C233-6F6B-2E5D68D5B2AF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5704D2-6C93-9552-9B1B-22C57795245A}"/>
              </a:ext>
            </a:extLst>
          </p:cNvPr>
          <p:cNvSpPr txBox="1"/>
          <p:nvPr/>
        </p:nvSpPr>
        <p:spPr>
          <a:xfrm>
            <a:off x="834950" y="853858"/>
            <a:ext cx="3821880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 정보 등록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subjectInput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776883-373B-ECE0-2D50-21905B311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654959"/>
            <a:ext cx="4567913" cy="42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27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410D-6DF6-094C-DA70-97875882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EED4AC-074D-89B9-ED38-88F6D15D2874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DFFBB-8F12-B8E1-AF47-30CDE5932651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8CAB6-90EE-E159-4C70-FF88B0FAABDF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D4F6B49C-5CE9-C33D-E5D3-49E768C03074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77F3A1-5239-29C7-4B03-BE1C41A28D01}"/>
              </a:ext>
            </a:extLst>
          </p:cNvPr>
          <p:cNvSpPr txBox="1"/>
          <p:nvPr/>
        </p:nvSpPr>
        <p:spPr>
          <a:xfrm>
            <a:off x="834950" y="853858"/>
            <a:ext cx="157927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반별 석차 출력</a:t>
            </a:r>
            <a:endParaRPr lang="en-US" altLang="ko-KR" sz="1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34BAD3-FEA9-046F-BFFE-EFD95F83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93" y="1700682"/>
            <a:ext cx="10476768" cy="2590355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70B4AC5-6697-7E0B-716F-41672CECB4B7}"/>
              </a:ext>
            </a:extLst>
          </p:cNvPr>
          <p:cNvGrpSpPr/>
          <p:nvPr/>
        </p:nvGrpSpPr>
        <p:grpSpPr>
          <a:xfrm>
            <a:off x="2246001" y="4745894"/>
            <a:ext cx="6803215" cy="1427722"/>
            <a:chOff x="1314465" y="4293648"/>
            <a:chExt cx="3242041" cy="129792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AFD473-4D5C-E1E2-A5A1-9E55055BAF3B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반별 석차 출력 화면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AAC2E2-0BC8-7D1B-1657-85C877AABB2F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927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석차를 보고싶은 반을 보기 전에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현재 반의 정보를 출력하여 확인하고 싶은 반을 입력한 뒤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석차 정보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858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92A8D-EF8C-861B-DCA9-88A347A8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B3A50A-E616-AC0C-B1A1-3F64D17BB565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1D29B-A102-D4CA-4D47-EE4058278002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82FF829-02F7-D3EC-5CC7-D93A87976830}"/>
              </a:ext>
            </a:extLst>
          </p:cNvPr>
          <p:cNvGrpSpPr/>
          <p:nvPr/>
        </p:nvGrpSpPr>
        <p:grpSpPr>
          <a:xfrm>
            <a:off x="6167411" y="1881636"/>
            <a:ext cx="4604478" cy="1429350"/>
            <a:chOff x="6985585" y="1716316"/>
            <a:chExt cx="4604478" cy="142935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27A3B2-D219-A5BF-4225-A5525DE68CFA}"/>
                </a:ext>
              </a:extLst>
            </p:cNvPr>
            <p:cNvSpPr txBox="1"/>
            <p:nvPr/>
          </p:nvSpPr>
          <p:spPr>
            <a:xfrm>
              <a:off x="6985585" y="1716316"/>
              <a:ext cx="881973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입력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F0BDE4-5B06-FA4A-02DB-DBED6964E48A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02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classInfo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메서드를 실행하여 현재 반 정보 표시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classInfo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메서드는 반 정보 조회 기능에서 소개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이름을 입력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유효성 검사 실행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)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2F0114B-F441-29D5-2D12-790EF9E0C7BF}"/>
              </a:ext>
            </a:extLst>
          </p:cNvPr>
          <p:cNvGrpSpPr/>
          <p:nvPr/>
        </p:nvGrpSpPr>
        <p:grpSpPr>
          <a:xfrm>
            <a:off x="6167411" y="4109858"/>
            <a:ext cx="4604478" cy="1752515"/>
            <a:chOff x="6985585" y="1716316"/>
            <a:chExt cx="2878448" cy="1752515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166E254-C2E3-9584-6DC5-21F0E0EBA4F6}"/>
                </a:ext>
              </a:extLst>
            </p:cNvPr>
            <p:cNvSpPr txBox="1"/>
            <p:nvPr/>
          </p:nvSpPr>
          <p:spPr>
            <a:xfrm>
              <a:off x="6985585" y="1716316"/>
              <a:ext cx="68363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석차 출력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216AD72-17B4-E962-9EFE-A9F3251AB74A}"/>
                </a:ext>
              </a:extLst>
            </p:cNvPr>
            <p:cNvSpPr txBox="1"/>
            <p:nvPr/>
          </p:nvSpPr>
          <p:spPr>
            <a:xfrm>
              <a:off x="6985585" y="2125450"/>
              <a:ext cx="2878448" cy="1343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테이블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테이블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과목 테이블을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JOIN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조건으로 컬럼 중 반 이름을 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입력받은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반일 때만 조회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내림차순 정렬 후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printInfo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메서드 실행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2CCAC06-458A-21F6-DA22-8B5DF0ED6F2E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EDC5F0C3-DA5D-9F98-D075-14B6648040BF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15CF78-6F10-0D39-1120-49C026E46902}"/>
              </a:ext>
            </a:extLst>
          </p:cNvPr>
          <p:cNvSpPr txBox="1"/>
          <p:nvPr/>
        </p:nvSpPr>
        <p:spPr>
          <a:xfrm>
            <a:off x="834950" y="853858"/>
            <a:ext cx="3517310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반별 석차 출력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classRank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D9C5B3-C0FE-3AA1-1E77-B7D4DDB5C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579222"/>
            <a:ext cx="4632566" cy="473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90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CA740-780A-6DF2-8055-B8CC5C37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2DE83E4-CD74-0136-E4CE-9E735F63E6A5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7C3FC7-FB2F-660F-8EC3-B92B18C59ABF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5F3484-63D8-0D7B-8F48-FE493BD905DA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6EB63D3C-C300-F3B2-8FD4-0DF859A43C29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FDD517-FDF5-5C9D-42E1-4E97E9C00079}"/>
              </a:ext>
            </a:extLst>
          </p:cNvPr>
          <p:cNvSpPr txBox="1"/>
          <p:nvPr/>
        </p:nvSpPr>
        <p:spPr>
          <a:xfrm>
            <a:off x="834950" y="853858"/>
            <a:ext cx="3428311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반별 석차 출력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printInfo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539797-C692-C097-F3C8-FB1D0B6F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910" y="1651346"/>
            <a:ext cx="6723530" cy="309006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4C6FB57-FFD1-383F-9E72-72889E7196EE}"/>
              </a:ext>
            </a:extLst>
          </p:cNvPr>
          <p:cNvGrpSpPr/>
          <p:nvPr/>
        </p:nvGrpSpPr>
        <p:grpSpPr>
          <a:xfrm>
            <a:off x="2371069" y="4913848"/>
            <a:ext cx="6803215" cy="1104556"/>
            <a:chOff x="1314465" y="4293648"/>
            <a:chExt cx="3242041" cy="10041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F8D97B-A838-B118-04D8-69540DFB4F8C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석차</a:t>
              </a:r>
              <a:r>
                <a:rPr lang="en-US" altLang="ko-KR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 </a:t>
              </a: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출력 메서드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E1B3146-26AF-23B1-731F-F389FA529BF9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쿼리가 세팅이 된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ResultSet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매개변수로 학생의 석차를 출력하는 메서드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석차 번호를 출력하기 위해 출력마다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rank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를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1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씩 증가하여 같이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672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B18B-5F0C-7ED4-C881-399BEA4A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80B22D-5504-0CD6-CCE5-6EB543419839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35071-34B8-9D44-1220-BCBCE3049E5C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5AB1C-8ABE-E1F2-2A07-BBE539266F02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2BC5E6F9-1C0C-44CB-7732-6238539C27FB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293350-5975-B806-7541-474593A01468}"/>
              </a:ext>
            </a:extLst>
          </p:cNvPr>
          <p:cNvSpPr txBox="1"/>
          <p:nvPr/>
        </p:nvSpPr>
        <p:spPr>
          <a:xfrm>
            <a:off x="834950" y="853858"/>
            <a:ext cx="2064989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모든 학생 석차 출력</a:t>
            </a:r>
            <a:endParaRPr lang="en-US" altLang="ko-KR" sz="1800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5795E52-392B-86DB-E321-22695A7E7121}"/>
              </a:ext>
            </a:extLst>
          </p:cNvPr>
          <p:cNvGrpSpPr/>
          <p:nvPr/>
        </p:nvGrpSpPr>
        <p:grpSpPr>
          <a:xfrm>
            <a:off x="2246001" y="4593493"/>
            <a:ext cx="6803215" cy="781391"/>
            <a:chOff x="1314465" y="4293648"/>
            <a:chExt cx="3242041" cy="71035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1F9375-4664-23AB-FECA-CE62DA1C1FFB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모든 학생 석차 출력 화면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67BB72-78BF-72B9-AC52-A794562E8F0D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33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등록되어 있는 모든 학생의 석차를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99A9A1C2-C65F-3246-34EE-E8DC7335D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5" y="2464460"/>
            <a:ext cx="10246659" cy="15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84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10FC-0ED9-2590-259B-822A126F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4137D4-924B-D8DC-E8CD-AB6D85BA18EB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E863CB-98D7-F589-0EE3-85C4A3DFC752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EEC2AB-E7F8-4CF9-54A9-C94B3FFCEA95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92ED44AA-C72E-6E38-1BC0-B5741A7F6B80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EFAA4F8-C3DE-1499-FC43-454A3EF03734}"/>
              </a:ext>
            </a:extLst>
          </p:cNvPr>
          <p:cNvSpPr txBox="1"/>
          <p:nvPr/>
        </p:nvSpPr>
        <p:spPr>
          <a:xfrm>
            <a:off x="834950" y="853858"/>
            <a:ext cx="3292889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반별 석차 출력 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allRank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5A1401-61F8-F01E-5423-1AD15C615852}"/>
              </a:ext>
            </a:extLst>
          </p:cNvPr>
          <p:cNvGrpSpPr/>
          <p:nvPr/>
        </p:nvGrpSpPr>
        <p:grpSpPr>
          <a:xfrm>
            <a:off x="2371069" y="4913848"/>
            <a:ext cx="6803215" cy="1104556"/>
            <a:chOff x="1314465" y="4293648"/>
            <a:chExt cx="3242041" cy="10041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69763C-6412-FF5B-F16A-90627E6F0846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전교생 석차 출력 메서드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37EA6B-B265-C97A-9B7D-382A3B310A05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테이블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테이블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과목 테이블을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JOIN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후 평균을 기준으로 내림차순 정렬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printInfo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메서드를 실행하여 석차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1D143A7C-8B72-B1D5-CFC6-7A97722A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735" y="1585528"/>
            <a:ext cx="5989059" cy="317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88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98E8-7BB4-194B-C11B-EC977019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EC1025-C390-72AD-F64C-65D3090679BC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D9492-E036-93F5-C110-CD001E2C9307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FD24E-E42D-F8C8-7668-C11F0A6BAE7B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E70FC8F2-CC24-7196-0136-24A217641452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876B72-75E1-DF92-4A7F-7F34505F9BE2}"/>
              </a:ext>
            </a:extLst>
          </p:cNvPr>
          <p:cNvSpPr txBox="1"/>
          <p:nvPr/>
        </p:nvSpPr>
        <p:spPr>
          <a:xfrm>
            <a:off x="834950" y="853858"/>
            <a:ext cx="157927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 검색 기능</a:t>
            </a:r>
            <a:endParaRPr lang="en-US" altLang="ko-KR" sz="1800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1E4C737-F321-AEA1-870D-AB5F4845F2F2}"/>
              </a:ext>
            </a:extLst>
          </p:cNvPr>
          <p:cNvGrpSpPr/>
          <p:nvPr/>
        </p:nvGrpSpPr>
        <p:grpSpPr>
          <a:xfrm>
            <a:off x="2246001" y="4745894"/>
            <a:ext cx="6803215" cy="1104556"/>
            <a:chOff x="1314465" y="4293648"/>
            <a:chExt cx="3242041" cy="100414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F82076-2A37-8352-B781-7EA779D175A3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검색 기능 화면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D9F7E6-163B-810D-C631-B47CFF2032DD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학사번호를 입력 시 해당 학사번호의 학생을 검색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검색 후 데이터를 삭제하거나 수정할 수 있음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CAD9CA0D-F67B-6CCF-210C-AF30DD52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38" y="1986327"/>
            <a:ext cx="9998137" cy="201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26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7209-E18F-2E78-CC2E-73B2F67F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AF3406-AF95-E066-B3BA-965A8B7C720A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546FBC-1F7B-416E-0335-A9E5114E3E55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13DF63-19DF-9B25-3C0C-F075799404C3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9F77CF17-706B-7E71-1293-4E5EF0FC87F0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3FB59C-A253-DEEE-441A-2C98B9F62D05}"/>
              </a:ext>
            </a:extLst>
          </p:cNvPr>
          <p:cNvSpPr txBox="1"/>
          <p:nvPr/>
        </p:nvSpPr>
        <p:spPr>
          <a:xfrm>
            <a:off x="834950" y="853858"/>
            <a:ext cx="3870419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검색 기능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searchStudent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A6970CD-8F82-0E82-4963-BCB56FF9DECE}"/>
              </a:ext>
            </a:extLst>
          </p:cNvPr>
          <p:cNvGrpSpPr/>
          <p:nvPr/>
        </p:nvGrpSpPr>
        <p:grpSpPr>
          <a:xfrm>
            <a:off x="2371069" y="4913848"/>
            <a:ext cx="6803215" cy="1104556"/>
            <a:chOff x="1314465" y="4293648"/>
            <a:chExt cx="3242041" cy="10041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AA93EE-6474-32EF-2F2C-39FB603796DB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검색 메서드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2E8BAC-1EDF-1F3E-D550-58025E5968EC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테이블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테이블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과목 테이블을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JOIN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후 조건으로 학사번호를 지정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printInfo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메서드를 실행하여 정보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8185EB6-7F74-2C6C-5D08-C5DB0C3F0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147" y="1719922"/>
            <a:ext cx="4899056" cy="284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21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D92A-265B-AC2D-5FBA-721B1CB40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FCE0E6A-45BD-0BB4-ECBA-1346D9739E36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CB25FA-E062-B852-E75B-8D268C6149C7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F98A5F-0DEF-E362-CF55-318DD2DD3965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8A8269EB-1DA2-6351-A89E-E7EFDC73AEA9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0C4E02-2223-9738-C279-F8FBF8E43209}"/>
              </a:ext>
            </a:extLst>
          </p:cNvPr>
          <p:cNvSpPr txBox="1"/>
          <p:nvPr/>
        </p:nvSpPr>
        <p:spPr>
          <a:xfrm>
            <a:off x="834950" y="853858"/>
            <a:ext cx="4449231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검색 기능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studentUpdate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r>
              <a:rPr lang="en-US" altLang="ko-KR" sz="1800" b="1" dirty="0"/>
              <a:t>-</a:t>
            </a:r>
            <a:r>
              <a:rPr lang="ko-KR" altLang="en-US" sz="1800" b="1" dirty="0"/>
              <a:t>메뉴</a:t>
            </a:r>
            <a:endParaRPr lang="en-US" altLang="ko-KR" sz="18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4026B5B-768D-88D1-954F-95B416A1C946}"/>
              </a:ext>
            </a:extLst>
          </p:cNvPr>
          <p:cNvGrpSpPr/>
          <p:nvPr/>
        </p:nvGrpSpPr>
        <p:grpSpPr>
          <a:xfrm>
            <a:off x="2371069" y="4913848"/>
            <a:ext cx="6803215" cy="1104556"/>
            <a:chOff x="1314465" y="4293648"/>
            <a:chExt cx="3242041" cy="10041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F65C3B-3028-C8DB-C3EC-05374BA8693B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정보 업데이트 메서드</a:t>
              </a:r>
              <a:r>
                <a:rPr lang="en-US" altLang="ko-KR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-</a:t>
              </a: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메뉴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EB5CE9-425C-5F2A-C14B-657AA2CFFBD6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searchStudent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 실행 후 실행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메뉴 입력을 받고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switch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문으로 해당 기능 실행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BFCE4B60-E9F6-FE7F-C103-E723D803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781" y="2009750"/>
            <a:ext cx="8435788" cy="249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96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E0A2-5D97-79F4-7C9A-ECC5AFFE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3B91C5-E990-3B4E-2055-9229075200D3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82524E-3678-511B-37FD-0574A8905D85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84A704-9774-B65D-5A0E-E44CDCA95790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1588788A-950E-A3AC-E3A1-19E578E03AF8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67B24B8-EA0E-3740-DDF5-9BB0CC695D17}"/>
              </a:ext>
            </a:extLst>
          </p:cNvPr>
          <p:cNvSpPr txBox="1"/>
          <p:nvPr/>
        </p:nvSpPr>
        <p:spPr>
          <a:xfrm>
            <a:off x="834950" y="853858"/>
            <a:ext cx="4449231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검색 기능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studentUpdate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r>
              <a:rPr lang="en-US" altLang="ko-KR" sz="1800" b="1" dirty="0"/>
              <a:t>-</a:t>
            </a:r>
            <a:r>
              <a:rPr lang="ko-KR" altLang="en-US" sz="1800" b="1" dirty="0"/>
              <a:t>삭제</a:t>
            </a:r>
            <a:endParaRPr lang="en-US" altLang="ko-KR" sz="18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07CCD8-F3EA-EFD5-A796-6815DE4E9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934233"/>
            <a:ext cx="4797150" cy="339983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31D85EA-5D94-7DE3-530C-D70407AFDDD8}"/>
              </a:ext>
            </a:extLst>
          </p:cNvPr>
          <p:cNvGrpSpPr/>
          <p:nvPr/>
        </p:nvGrpSpPr>
        <p:grpSpPr>
          <a:xfrm>
            <a:off x="6167411" y="1699838"/>
            <a:ext cx="4604478" cy="2075680"/>
            <a:chOff x="6985585" y="1716316"/>
            <a:chExt cx="4604478" cy="20756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458CCC-03EF-8569-6241-DF760ECBFD16}"/>
                </a:ext>
              </a:extLst>
            </p:cNvPr>
            <p:cNvSpPr txBox="1"/>
            <p:nvPr/>
          </p:nvSpPr>
          <p:spPr>
            <a:xfrm>
              <a:off x="6985585" y="1716316"/>
              <a:ext cx="319991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정보 업데이트 메서드</a:t>
              </a:r>
              <a:r>
                <a:rPr lang="en-US" altLang="ko-KR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-</a:t>
              </a: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삭제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69B182-7BD0-45C5-0E40-F907A4F3EFCC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666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과목 테이블이 학생 테이블에 참조되어 있으므로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Delete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문을 사용하여 검색하여 </a:t>
              </a:r>
              <a:r>
                <a:rPr lang="ko-KR" altLang="en-US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입력받은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snum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조건으로 과목 테이블에서 먼저 해당 데이터를 삭제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같은 방법으로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Delete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문을 사용하여 </a:t>
              </a: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snum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조건으로 학생 테이블에서 해당 데이터를 삭제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EBF91042-6A73-1AE1-74EE-919633E01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619" y="4114597"/>
            <a:ext cx="2259219" cy="20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77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0F3A-4899-F836-DD61-C4CE64C9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48B180-D300-624F-7EAA-D168070D7892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B734C2-9043-B9C5-9A9B-0702D189BAFC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819F0-7D66-7EE6-3F69-1E13EF82F54A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CA52AEED-FE46-479D-7B6A-936524439BC0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86096E-0A02-140F-3D07-EE0D2152153E}"/>
              </a:ext>
            </a:extLst>
          </p:cNvPr>
          <p:cNvSpPr txBox="1"/>
          <p:nvPr/>
        </p:nvSpPr>
        <p:spPr>
          <a:xfrm>
            <a:off x="834950" y="853858"/>
            <a:ext cx="4449231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학생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검색 기능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studentUpdate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r>
              <a:rPr lang="en-US" altLang="ko-KR" sz="1800" b="1" dirty="0"/>
              <a:t>-</a:t>
            </a:r>
            <a:r>
              <a:rPr lang="ko-KR" altLang="en-US" sz="1800" b="1" dirty="0"/>
              <a:t>수정</a:t>
            </a:r>
            <a:endParaRPr lang="en-US" altLang="ko-KR" sz="18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100FF7-74FB-383A-2F06-4068010CCACA}"/>
              </a:ext>
            </a:extLst>
          </p:cNvPr>
          <p:cNvGrpSpPr/>
          <p:nvPr/>
        </p:nvGrpSpPr>
        <p:grpSpPr>
          <a:xfrm>
            <a:off x="6167411" y="1941886"/>
            <a:ext cx="4604478" cy="2075680"/>
            <a:chOff x="6985585" y="1716316"/>
            <a:chExt cx="4604478" cy="20756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BF3EF6-046C-1E8D-650C-C1350760EC64}"/>
                </a:ext>
              </a:extLst>
            </p:cNvPr>
            <p:cNvSpPr txBox="1"/>
            <p:nvPr/>
          </p:nvSpPr>
          <p:spPr>
            <a:xfrm>
              <a:off x="6985585" y="1716316"/>
              <a:ext cx="3199915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학생 정보 업데이트 메서드</a:t>
              </a:r>
              <a:r>
                <a:rPr lang="en-US" altLang="ko-KR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-</a:t>
              </a: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수정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54409C-F358-40CC-579B-4A98D81DCEB3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666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수정 안내 문구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studentInfoInput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메서드를 실행해서 학생 정보를 다시 입력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Update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문을 이용해 학사번호를 조건으로 나머지 정보를 수정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481C7145-984F-E962-C866-BC4712C7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2020653"/>
            <a:ext cx="4980974" cy="35231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D9B3DB9-01B4-91C3-436A-6858FC038F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812"/>
          <a:stretch/>
        </p:blipFill>
        <p:spPr>
          <a:xfrm>
            <a:off x="6288574" y="4410635"/>
            <a:ext cx="2022343" cy="11715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293E4B-EB31-B51C-2C26-E8FBA473A8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858"/>
          <a:stretch/>
        </p:blipFill>
        <p:spPr>
          <a:xfrm>
            <a:off x="8441964" y="4178493"/>
            <a:ext cx="2022343" cy="14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24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57AC-D12B-2A82-2D9F-1CFDAE76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B18B36-B673-AA26-7517-2B19481E44D0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4231F-6155-FD55-D4B6-FF5547B24836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CF1D0-932D-2B83-8F2D-385BC6DB96D2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5" name="직선 연결선[R] 20">
            <a:extLst>
              <a:ext uri="{FF2B5EF4-FFF2-40B4-BE49-F238E27FC236}">
                <a16:creationId xmlns:a16="http://schemas.microsoft.com/office/drawing/2014/main" id="{042D3EEA-CA9C-EE58-4AA9-E2FBBF41678D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F3714E-4D10-3BAA-4368-60A4CAC460A7}"/>
              </a:ext>
            </a:extLst>
          </p:cNvPr>
          <p:cNvSpPr txBox="1"/>
          <p:nvPr/>
        </p:nvSpPr>
        <p:spPr>
          <a:xfrm>
            <a:off x="834950" y="853858"/>
            <a:ext cx="1367682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 정보 조회</a:t>
            </a:r>
            <a:endParaRPr lang="en-US" altLang="ko-KR" sz="1800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7BA68A-56AF-3C41-B84B-608DFCC757FF}"/>
              </a:ext>
            </a:extLst>
          </p:cNvPr>
          <p:cNvGrpSpPr/>
          <p:nvPr/>
        </p:nvGrpSpPr>
        <p:grpSpPr>
          <a:xfrm>
            <a:off x="273763" y="4745893"/>
            <a:ext cx="6803215" cy="1073604"/>
            <a:chOff x="1314465" y="4293648"/>
            <a:chExt cx="3242041" cy="9760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69CED9-5039-1612-AC90-B4CE1B176567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정보 조회 화면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39E4D7-56F0-4349-2FCF-A236BC3BF11F}"/>
                </a:ext>
              </a:extLst>
            </p:cNvPr>
            <p:cNvSpPr txBox="1"/>
            <p:nvPr/>
          </p:nvSpPr>
          <p:spPr>
            <a:xfrm>
              <a:off x="1991549" y="4635970"/>
              <a:ext cx="1887870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현재 반의 이름과 담임 선생님 정보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그리고 반에 해당하는 학생 수를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196EB5D-7147-7B66-4687-D3CC4A1F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494" y="1574145"/>
            <a:ext cx="3441749" cy="29925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998901-C2AE-17A7-DA64-CA755DA78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796" y="1540476"/>
            <a:ext cx="3441749" cy="307979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EB5BBF47-6298-6736-1B59-BB4756B0D352}"/>
              </a:ext>
            </a:extLst>
          </p:cNvPr>
          <p:cNvGrpSpPr/>
          <p:nvPr/>
        </p:nvGrpSpPr>
        <p:grpSpPr>
          <a:xfrm>
            <a:off x="4478211" y="4814514"/>
            <a:ext cx="6803215" cy="1073606"/>
            <a:chOff x="1314465" y="4293648"/>
            <a:chExt cx="3242041" cy="97600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D8B148-5D57-CCF4-1F7F-9D40FD83BAA0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담임 변경 화면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D22DD6-FDFC-C960-A8A6-7501D2C7F09B}"/>
                </a:ext>
              </a:extLst>
            </p:cNvPr>
            <p:cNvSpPr txBox="1"/>
            <p:nvPr/>
          </p:nvSpPr>
          <p:spPr>
            <a:xfrm>
              <a:off x="1991549" y="4635971"/>
              <a:ext cx="1887870" cy="633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정보 조회 후 담임 변경 가능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원하는 반 입력 후 담임 변경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7665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CA7E-A37E-4132-EB4E-B8387FBA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482D73-B16D-71FE-D07C-BB91C7E183FE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DC7D7-8753-E74C-BF10-AEDC13F9665B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6E5FE1-59E2-895A-76CF-4193A42B48E9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9BFF4BE5-48CB-CB2A-6033-A4F425AF0E4A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05B2F5-F012-AE7C-C311-1AA1160781A1}"/>
              </a:ext>
            </a:extLst>
          </p:cNvPr>
          <p:cNvSpPr txBox="1"/>
          <p:nvPr/>
        </p:nvSpPr>
        <p:spPr>
          <a:xfrm>
            <a:off x="834950" y="853858"/>
            <a:ext cx="3217547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 정보 조회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classInfo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1FA9EB6-CB6E-71FD-0D2D-C8764D03E195}"/>
              </a:ext>
            </a:extLst>
          </p:cNvPr>
          <p:cNvGrpSpPr/>
          <p:nvPr/>
        </p:nvGrpSpPr>
        <p:grpSpPr>
          <a:xfrm>
            <a:off x="6167411" y="2596311"/>
            <a:ext cx="4604478" cy="2075680"/>
            <a:chOff x="6985585" y="1716316"/>
            <a:chExt cx="4604478" cy="20756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FF7CD7-4DFC-E755-568D-49B74222DBCD}"/>
                </a:ext>
              </a:extLst>
            </p:cNvPr>
            <p:cNvSpPr txBox="1"/>
            <p:nvPr/>
          </p:nvSpPr>
          <p:spPr>
            <a:xfrm>
              <a:off x="6985585" y="1716316"/>
              <a:ext cx="2064989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정보 조회 메서드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6C1E4B-A13A-83AE-7FD2-4684BF104B35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666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번호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담임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,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학생 수를 조회하기 위해 반 테이블과 학생 테이블을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JOIN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출력할 컬럼에 그룹함수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count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를 사용하여 학생 테이블에 있는 반 번호를 기준으로 카운트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반 번호 순으로 정렬 후 출력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78ABFB7A-D367-0F2A-E162-852B1709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570290"/>
            <a:ext cx="4381335" cy="420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47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98691-54C7-C5BA-3ECA-37FA5D73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C82196-8265-0E90-7416-40C27B5B1400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030AA-56C5-B482-3992-BF5BEFBFCE9F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909AB-417A-2BC8-B2C3-CF23EC144D6D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15DD69D3-0343-E744-B35C-8D78429805E5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5EAB13-1251-DEFD-38FD-84A3E7B7F088}"/>
              </a:ext>
            </a:extLst>
          </p:cNvPr>
          <p:cNvSpPr txBox="1"/>
          <p:nvPr/>
        </p:nvSpPr>
        <p:spPr>
          <a:xfrm>
            <a:off x="834950" y="853858"/>
            <a:ext cx="4018023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 정보 조회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classUpdate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r>
              <a:rPr lang="en-US" altLang="ko-KR" sz="1800" b="1" dirty="0"/>
              <a:t>- </a:t>
            </a:r>
            <a:r>
              <a:rPr lang="ko-KR" altLang="en-US" sz="1800" b="1" dirty="0"/>
              <a:t>메뉴</a:t>
            </a:r>
            <a:endParaRPr lang="en-US" altLang="ko-KR" sz="18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B874C2D-BBC8-4B02-5306-38252C29C5E9}"/>
              </a:ext>
            </a:extLst>
          </p:cNvPr>
          <p:cNvGrpSpPr/>
          <p:nvPr/>
        </p:nvGrpSpPr>
        <p:grpSpPr>
          <a:xfrm>
            <a:off x="2371069" y="4913848"/>
            <a:ext cx="6803215" cy="1104556"/>
            <a:chOff x="1314465" y="4293648"/>
            <a:chExt cx="3242041" cy="10041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A0FFB0-E045-DFFF-CF60-1CDE190FB902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담임 정보 변경 메서드</a:t>
              </a:r>
              <a:r>
                <a:rPr lang="en-US" altLang="ko-KR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-</a:t>
              </a: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메뉴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4A26DC-7D00-0765-2D09-4519E98D106F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spc="-8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classInfo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() 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메서드 실행 후 실행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메뉴 입력을 받고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switch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문으로 해당 기능 실행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D9613A8D-DB1A-B25D-C7A7-A1F71B1CD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792" y="1744330"/>
            <a:ext cx="8747766" cy="27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15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A5AA-1177-5FB9-A67C-6A2C87722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9DB695-C951-9940-5B87-45ED8F947C50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4F0271-D027-37A7-1BB9-14BB98447B4D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AA541-3FF1-025F-F3D0-FFAAD37CD212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54E7C774-DA93-BFD5-B1C0-B42C5F145756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F59E49-C531-9513-CD4A-DC1FFF5CC186}"/>
              </a:ext>
            </a:extLst>
          </p:cNvPr>
          <p:cNvSpPr txBox="1"/>
          <p:nvPr/>
        </p:nvSpPr>
        <p:spPr>
          <a:xfrm>
            <a:off x="834950" y="853858"/>
            <a:ext cx="4503733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반 정보 조회</a:t>
            </a:r>
            <a:r>
              <a:rPr lang="en-US" altLang="ko-KR" sz="1800" b="1" dirty="0"/>
              <a:t>– </a:t>
            </a:r>
            <a:r>
              <a:rPr lang="en-US" altLang="ko-KR" sz="1800" b="1" dirty="0" err="1"/>
              <a:t>classUpdate</a:t>
            </a:r>
            <a:r>
              <a:rPr lang="en-US" altLang="ko-KR" sz="1800" b="1" dirty="0"/>
              <a:t>() </a:t>
            </a:r>
            <a:r>
              <a:rPr lang="ko-KR" altLang="en-US" sz="1800" b="1" dirty="0"/>
              <a:t>메서드</a:t>
            </a:r>
            <a:r>
              <a:rPr lang="en-US" altLang="ko-KR" sz="1800" b="1" dirty="0"/>
              <a:t>- </a:t>
            </a:r>
            <a:r>
              <a:rPr lang="ko-KR" altLang="en-US" sz="1800" b="1" dirty="0"/>
              <a:t>담임 변경</a:t>
            </a:r>
            <a:endParaRPr lang="en-US" altLang="ko-KR" sz="18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81FA6EE-DF38-6610-4A92-624FA60FE4B5}"/>
              </a:ext>
            </a:extLst>
          </p:cNvPr>
          <p:cNvGrpSpPr/>
          <p:nvPr/>
        </p:nvGrpSpPr>
        <p:grpSpPr>
          <a:xfrm>
            <a:off x="6167411" y="2596311"/>
            <a:ext cx="4604478" cy="1752515"/>
            <a:chOff x="6985585" y="1716316"/>
            <a:chExt cx="4604478" cy="17525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55BD26-EFB5-19A7-581E-3B17BAD1FB5F}"/>
                </a:ext>
              </a:extLst>
            </p:cNvPr>
            <p:cNvSpPr txBox="1"/>
            <p:nvPr/>
          </p:nvSpPr>
          <p:spPr>
            <a:xfrm>
              <a:off x="6985585" y="1716316"/>
              <a:ext cx="3198311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반 정보 조회 메서드 </a:t>
              </a:r>
              <a:r>
                <a:rPr lang="en-US" altLang="ko-KR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– </a:t>
              </a: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담임 변경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B8CCF7-AE22-C812-F628-55DE6BC8B631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1343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변경할 반을 입력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변경할 담임 선생님 이름 입력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Update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문을 이용하여 반 번호를 기준으로 해당 담임 이름을 수정 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F8A9AB2-CA09-CFE8-2D19-D3ECE925F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54" y="1437491"/>
            <a:ext cx="4321899" cy="490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527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ABAD-24E6-6B42-B26E-6771FB18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D7C96E-6E96-189A-F5D0-3EC629F45062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5EC400-8F49-3110-9ADE-AFA0F2F74BA3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0D810C-2C36-7803-D6AE-CEA75AF1CD70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E3693720-FEA3-0553-FE5D-F864B9B7C13A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893A6C-09F3-810B-2639-7761224288C2}"/>
              </a:ext>
            </a:extLst>
          </p:cNvPr>
          <p:cNvSpPr txBox="1"/>
          <p:nvPr/>
        </p:nvSpPr>
        <p:spPr>
          <a:xfrm>
            <a:off x="834950" y="853858"/>
            <a:ext cx="1728358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프로그램 초기화</a:t>
            </a:r>
            <a:endParaRPr lang="en-US" altLang="ko-KR" sz="18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FEFB958-3A5E-DD06-8289-2B50287ECE26}"/>
              </a:ext>
            </a:extLst>
          </p:cNvPr>
          <p:cNvGrpSpPr/>
          <p:nvPr/>
        </p:nvGrpSpPr>
        <p:grpSpPr>
          <a:xfrm>
            <a:off x="2371069" y="4913848"/>
            <a:ext cx="6803215" cy="1104556"/>
            <a:chOff x="1314465" y="4293648"/>
            <a:chExt cx="3242041" cy="10041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63C727-3C3B-F666-FBAF-7447F7722B11}"/>
                </a:ext>
              </a:extLst>
            </p:cNvPr>
            <p:cNvSpPr txBox="1"/>
            <p:nvPr/>
          </p:nvSpPr>
          <p:spPr>
            <a:xfrm>
              <a:off x="1314465" y="4293648"/>
              <a:ext cx="3242041" cy="32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600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프로그램 초기화 화면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4548BF-F622-7626-26CF-1922A622BA6E}"/>
                </a:ext>
              </a:extLst>
            </p:cNvPr>
            <p:cNvSpPr txBox="1"/>
            <p:nvPr/>
          </p:nvSpPr>
          <p:spPr>
            <a:xfrm>
              <a:off x="1496261" y="4664108"/>
              <a:ext cx="2878448" cy="633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테이블의 데이터를 전부 삭제하여 초기화 하는 기능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실수를 방지하기 위해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Y/N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으로 한번 더 물어보고 실행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334F606E-B245-7986-05BF-2EC6FD4A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645" y="1944152"/>
            <a:ext cx="5268060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03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532F2-06DF-CCF0-0E7F-763FFB4E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E1A517-F168-3D9B-255E-2562F99E8D85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15744B-85CD-96A2-60D6-DBC30A7D2745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03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D45C0-BC22-F61F-98D4-7522DCCF3609}"/>
              </a:ext>
            </a:extLst>
          </p:cNvPr>
          <p:cNvSpPr txBox="1"/>
          <p:nvPr/>
        </p:nvSpPr>
        <p:spPr>
          <a:xfrm>
            <a:off x="834950" y="517688"/>
            <a:ext cx="1414170" cy="325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en-US" altLang="ko-KR" dirty="0"/>
              <a:t>03. </a:t>
            </a:r>
            <a:r>
              <a:rPr lang="ko-KR" altLang="en-US" dirty="0"/>
              <a:t>프로그램 구현</a:t>
            </a:r>
            <a:endParaRPr lang="en-US" altLang="ko-KR" dirty="0"/>
          </a:p>
        </p:txBody>
      </p:sp>
      <p:cxnSp>
        <p:nvCxnSpPr>
          <p:cNvPr id="4" name="직선 연결선[R] 20">
            <a:extLst>
              <a:ext uri="{FF2B5EF4-FFF2-40B4-BE49-F238E27FC236}">
                <a16:creationId xmlns:a16="http://schemas.microsoft.com/office/drawing/2014/main" id="{DCED5114-6DB2-AC0A-3621-D73A8C47A5EC}"/>
              </a:ext>
            </a:extLst>
          </p:cNvPr>
          <p:cNvCxnSpPr>
            <a:cxnSpLocks/>
          </p:cNvCxnSpPr>
          <p:nvPr/>
        </p:nvCxnSpPr>
        <p:spPr>
          <a:xfrm>
            <a:off x="922454" y="839596"/>
            <a:ext cx="172930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D71090-BB99-3DF9-6EF5-481C050E9304}"/>
              </a:ext>
            </a:extLst>
          </p:cNvPr>
          <p:cNvSpPr txBox="1"/>
          <p:nvPr/>
        </p:nvSpPr>
        <p:spPr>
          <a:xfrm>
            <a:off x="834950" y="853858"/>
            <a:ext cx="3338350" cy="391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spc="-15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defRPr>
            </a:lvl1pPr>
          </a:lstStyle>
          <a:p>
            <a:r>
              <a:rPr lang="ko-KR" altLang="en-US" sz="1800" b="1" dirty="0"/>
              <a:t>프로그램 초기화 </a:t>
            </a:r>
            <a:r>
              <a:rPr lang="en-US" altLang="ko-KR" sz="1800" b="1" dirty="0"/>
              <a:t>– delete() </a:t>
            </a:r>
            <a:r>
              <a:rPr lang="ko-KR" altLang="en-US" sz="1800" b="1" dirty="0"/>
              <a:t>메서드</a:t>
            </a:r>
            <a:endParaRPr lang="en-US" altLang="ko-KR" sz="18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C3C2409-73CE-1A7E-01CD-89F6CFB393A7}"/>
              </a:ext>
            </a:extLst>
          </p:cNvPr>
          <p:cNvGrpSpPr/>
          <p:nvPr/>
        </p:nvGrpSpPr>
        <p:grpSpPr>
          <a:xfrm>
            <a:off x="6096000" y="2154546"/>
            <a:ext cx="4604478" cy="3368342"/>
            <a:chOff x="6985585" y="1716316"/>
            <a:chExt cx="4604478" cy="33683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244AD8-F97F-92AC-742E-169C5EA8E3F1}"/>
                </a:ext>
              </a:extLst>
            </p:cNvPr>
            <p:cNvSpPr txBox="1"/>
            <p:nvPr/>
          </p:nvSpPr>
          <p:spPr>
            <a:xfrm>
              <a:off x="6985585" y="1716316"/>
              <a:ext cx="2425664" cy="391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b="1" spc="-1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프로그램 초기화 메서드</a:t>
              </a:r>
              <a:endParaRPr lang="en-US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C0F3CF-59EC-FE88-00EF-06D6E6EBBF58}"/>
                </a:ext>
              </a:extLst>
            </p:cNvPr>
            <p:cNvSpPr txBox="1"/>
            <p:nvPr/>
          </p:nvSpPr>
          <p:spPr>
            <a:xfrm>
              <a:off x="6985585" y="2125450"/>
              <a:ext cx="4604478" cy="2959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실수 방지를 위해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Y/N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입력 받고 진행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(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대소문자 구분 안함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참조되어 있는 테이블 순으로 삭제 진행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Delete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문으로 과목 테이블 삭제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FontTx/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Delete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문으로 학생 테이블 삭제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FontTx/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Delete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문으로 반 테이블 삭제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FontTx/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SEQUENCE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를 다시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1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부터 세기 위해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Drop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을 사용하여 제거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  <a:p>
              <a:pPr marL="342900" indent="-342900">
                <a:lnSpc>
                  <a:spcPct val="150000"/>
                </a:lnSpc>
                <a:buFontTx/>
                <a:buAutoNum type="arabicPeriod"/>
              </a:pP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Create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를 사용하여 </a:t>
              </a:r>
              <a:r>
                <a:rPr lang="en-US" altLang="ko-KR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SEQUENCE</a:t>
              </a:r>
              <a:r>
                <a:rPr lang="ko-KR" altLang="en-US" sz="14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-Core Dream 3 Light" panose="020B0303030302020204" pitchFamily="34" charset="-127"/>
                  <a:ea typeface="S-Core Dream 3 Light" panose="020B0303030302020204" pitchFamily="34" charset="-127"/>
                </a:rPr>
                <a:t>를 다시 생성</a:t>
              </a:r>
              <a:endParaRPr lang="en-US" altLang="ko-KR" sz="1400" spc="-8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B24EA52F-E927-F07B-7DCB-59109D3F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007" y="1450160"/>
            <a:ext cx="3497218" cy="47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11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EA12-27B2-27E4-3746-69B3229B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22E4AC2-5F2B-2177-903A-18B1454CDDEF}"/>
              </a:ext>
            </a:extLst>
          </p:cNvPr>
          <p:cNvSpPr/>
          <p:nvPr/>
        </p:nvSpPr>
        <p:spPr>
          <a:xfrm>
            <a:off x="11384280" y="0"/>
            <a:ext cx="80772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81E95-1938-B576-37AF-00B0F615F137}"/>
              </a:ext>
            </a:extLst>
          </p:cNvPr>
          <p:cNvSpPr txBox="1"/>
          <p:nvPr/>
        </p:nvSpPr>
        <p:spPr>
          <a:xfrm>
            <a:off x="926236" y="2551108"/>
            <a:ext cx="1608133" cy="758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spc="-300" dirty="0" err="1">
                <a:latin typeface="S-Core Dream 2 ExtraLight" panose="020B0203030302020204" pitchFamily="34" charset="-127"/>
                <a:ea typeface="S-Core Dream 2 ExtraLight" panose="020B0203030302020204" pitchFamily="34" charset="-127"/>
              </a:rPr>
              <a:t>느낀점</a:t>
            </a:r>
            <a:endParaRPr lang="en-US" sz="4000" spc="-3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5E3F3-0550-6D12-BCE3-EAAE552F5F02}"/>
              </a:ext>
            </a:extLst>
          </p:cNvPr>
          <p:cNvSpPr txBox="1"/>
          <p:nvPr/>
        </p:nvSpPr>
        <p:spPr>
          <a:xfrm>
            <a:off x="11582174" y="303755"/>
            <a:ext cx="444352" cy="425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spc="-150" dirty="0">
                <a:solidFill>
                  <a:schemeClr val="bg1"/>
                </a:solidFill>
                <a:latin typeface="S-Core Dream 4 Regular" panose="020B0203030302020204" pitchFamily="34" charset="-127"/>
                <a:ea typeface="S-Core Dream 6 Bold" panose="020B0503030302020204" pitchFamily="34" charset="-127"/>
              </a:rPr>
              <a:t>04</a:t>
            </a:r>
            <a:endParaRPr lang="en-US" altLang="ko-KR" sz="2000" spc="-150" dirty="0">
              <a:solidFill>
                <a:schemeClr val="bg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F4966-87E9-F11E-54D0-C7DF07F23DEF}"/>
              </a:ext>
            </a:extLst>
          </p:cNvPr>
          <p:cNvSpPr txBox="1"/>
          <p:nvPr/>
        </p:nvSpPr>
        <p:spPr>
          <a:xfrm>
            <a:off x="944524" y="962123"/>
            <a:ext cx="889987" cy="9246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0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04</a:t>
            </a:r>
            <a:endParaRPr lang="en-US" altLang="ko-KR" sz="5000" spc="-150" dirty="0">
              <a:solidFill>
                <a:schemeClr val="tx1">
                  <a:lumMod val="95000"/>
                  <a:lumOff val="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111A9-78A0-840A-5223-B4B0CFF6D287}"/>
              </a:ext>
            </a:extLst>
          </p:cNvPr>
          <p:cNvSpPr txBox="1"/>
          <p:nvPr/>
        </p:nvSpPr>
        <p:spPr>
          <a:xfrm>
            <a:off x="944684" y="3973637"/>
            <a:ext cx="959781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해당 프로젝트를 진행하며 데이터베이스를 자바에 접목시켜서 프로그래밍을 하는 기법에 대해 더 명확하게 알게 되어서 좋았다</a:t>
            </a:r>
            <a:r>
              <a:rPr lang="en-US" altLang="ko-KR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.  </a:t>
            </a:r>
            <a:r>
              <a:rPr lang="ko-KR" altLang="en-US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또한 메서드를 작성할 때 자주 쓰는 변수가 있다면 </a:t>
            </a:r>
            <a:r>
              <a:rPr lang="en-US" altLang="ko-KR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static</a:t>
            </a:r>
            <a:r>
              <a:rPr lang="ko-KR" altLang="en-US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으로 선언하여 더 효율적으로 만들 수도 있었다</a:t>
            </a:r>
            <a:r>
              <a:rPr lang="en-US" altLang="ko-KR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. </a:t>
            </a:r>
            <a:r>
              <a:rPr lang="ko-KR" altLang="en-US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자바처럼 많은 예제를 통해 익숙해지고 시작한 과제는 아니라 많은 오류를 만나고 구현할 때 고민한 기능도 많지만 그 오류들을 스스로 해결해나간 경험은 오랫동안 기억에 남아 활용할 수 있을 것 같다</a:t>
            </a:r>
            <a:r>
              <a:rPr lang="en-US" altLang="ko-KR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3 Light" panose="020B0303030302020204" pitchFamily="34" charset="-127"/>
                <a:ea typeface="S-Core Dream 3 Light" panose="020B0303030302020204" pitchFamily="34" charset="-127"/>
              </a:rPr>
              <a:t>.</a:t>
            </a:r>
            <a:endParaRPr lang="en-US" spc="-150" dirty="0">
              <a:solidFill>
                <a:schemeClr val="tx1">
                  <a:lumMod val="50000"/>
                  <a:lumOff val="50000"/>
                </a:schemeClr>
              </a:solidFill>
              <a:latin typeface="S-Core Dream 3 Light" panose="020B0303030302020204" pitchFamily="34" charset="-127"/>
              <a:ea typeface="S-Core Dream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3158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5C14D0-5A05-0A41-8C04-E76B30A6A5D7}"/>
              </a:ext>
            </a:extLst>
          </p:cNvPr>
          <p:cNvSpPr txBox="1"/>
          <p:nvPr/>
        </p:nvSpPr>
        <p:spPr>
          <a:xfrm>
            <a:off x="10290439" y="5109129"/>
            <a:ext cx="1184941" cy="358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2025.01.23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FBFE3-DDB7-B943-AE34-A8FD0A51214F}"/>
              </a:ext>
            </a:extLst>
          </p:cNvPr>
          <p:cNvSpPr txBox="1"/>
          <p:nvPr/>
        </p:nvSpPr>
        <p:spPr>
          <a:xfrm>
            <a:off x="9883277" y="5498900"/>
            <a:ext cx="1592103" cy="358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16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제작자 </a:t>
            </a:r>
            <a:r>
              <a:rPr lang="ko-KR" altLang="en-US" sz="1600" b="1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ㅣ</a:t>
            </a:r>
            <a:r>
              <a:rPr lang="ko-KR" altLang="en-US" sz="1600" b="1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6 Bold" panose="020B0503030302020204" pitchFamily="34" charset="-127"/>
                <a:ea typeface="S-Core Dream 6 Bold" panose="020B0503030302020204" pitchFamily="34" charset="-127"/>
              </a:rPr>
              <a:t> </a:t>
            </a:r>
            <a:r>
              <a:rPr lang="ko-KR" altLang="en-US" sz="1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김채현</a:t>
            </a:r>
            <a:endParaRPr lang="en-US" altLang="ko-KR" sz="1600" spc="-150" dirty="0">
              <a:solidFill>
                <a:schemeClr val="tx1">
                  <a:lumMod val="50000"/>
                  <a:lumOff val="50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6346EB-69A3-694C-B780-E658F92E47C0}"/>
              </a:ext>
            </a:extLst>
          </p:cNvPr>
          <p:cNvSpPr txBox="1"/>
          <p:nvPr/>
        </p:nvSpPr>
        <p:spPr>
          <a:xfrm>
            <a:off x="1093015" y="984791"/>
            <a:ext cx="3166251" cy="910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800" spc="-300">
                <a:solidFill>
                  <a:schemeClr val="bg1"/>
                </a:solidFill>
                <a:latin typeface="S-Core Dream 2 ExtraLight" panose="020B0203030302020204" pitchFamily="34" charset="-127"/>
                <a:ea typeface="S-Core Dream 2 ExtraLight" panose="020B0203030302020204" pitchFamily="34" charset="-127"/>
              </a:rPr>
              <a:t>감사합니다</a:t>
            </a:r>
            <a:r>
              <a:rPr lang="en-US" altLang="ko-KR" sz="4800" spc="-300">
                <a:solidFill>
                  <a:schemeClr val="bg1"/>
                </a:solidFill>
                <a:latin typeface="S-Core Dream 2 ExtraLight" panose="020B0203030302020204" pitchFamily="34" charset="-127"/>
                <a:ea typeface="S-Core Dream 2 ExtraLight" panose="020B0203030302020204" pitchFamily="34" charset="-127"/>
              </a:rPr>
              <a:t>.</a:t>
            </a:r>
            <a:endParaRPr lang="en-US" sz="4800" spc="-300">
              <a:solidFill>
                <a:schemeClr val="bg1"/>
              </a:solidFill>
              <a:latin typeface="S-Core Dream 2 ExtraLight" panose="020B0203030302020204" pitchFamily="34" charset="-127"/>
              <a:ea typeface="S-Core Dream 2 ExtraLight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9962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1612</Words>
  <Application>Microsoft Office PowerPoint</Application>
  <PresentationFormat>와이드스크린</PresentationFormat>
  <Paragraphs>337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8" baseType="lpstr">
      <vt:lpstr>S-Core Dream 2 ExtraLight</vt:lpstr>
      <vt:lpstr>S-Core Dream 3 Light</vt:lpstr>
      <vt:lpstr>S-Core Dream 4 Regular</vt:lpstr>
      <vt:lpstr>S-Core Dream 5 Medium</vt:lpstr>
      <vt:lpstr>S-Core Dream 6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 sehee</dc:creator>
  <cp:lastModifiedBy>CHAEHYUN KIM</cp:lastModifiedBy>
  <cp:revision>11</cp:revision>
  <dcterms:created xsi:type="dcterms:W3CDTF">2022-02-17T06:21:19Z</dcterms:created>
  <dcterms:modified xsi:type="dcterms:W3CDTF">2025-01-23T05:05:53Z</dcterms:modified>
</cp:coreProperties>
</file>